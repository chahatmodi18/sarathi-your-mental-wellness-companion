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369" r:id="rId5"/>
    <p:sldId id="370" r:id="rId6"/>
    <p:sldId id="374" r:id="rId7"/>
    <p:sldId id="350" r:id="rId8"/>
    <p:sldId id="375" r:id="rId9"/>
    <p:sldId id="379" r:id="rId10"/>
    <p:sldId id="355" r:id="rId11"/>
    <p:sldId id="398" r:id="rId12"/>
    <p:sldId id="356" r:id="rId13"/>
    <p:sldId id="357" r:id="rId14"/>
    <p:sldId id="399" r:id="rId15"/>
    <p:sldId id="391" r:id="rId16"/>
    <p:sldId id="393" r:id="rId17"/>
    <p:sldId id="395" r:id="rId18"/>
    <p:sldId id="360" r:id="rId19"/>
    <p:sldId id="361" r:id="rId20"/>
    <p:sldId id="365" r:id="rId21"/>
    <p:sldId id="363" r:id="rId22"/>
    <p:sldId id="409" r:id="rId23"/>
    <p:sldId id="396" r:id="rId24"/>
    <p:sldId id="362" r:id="rId25"/>
    <p:sldId id="406" r:id="rId26"/>
    <p:sldId id="364" r:id="rId27"/>
    <p:sldId id="404" r:id="rId28"/>
    <p:sldId id="407" r:id="rId29"/>
    <p:sldId id="405" r:id="rId30"/>
    <p:sldId id="408" r:id="rId31"/>
    <p:sldId id="402" r:id="rId32"/>
    <p:sldId id="403" r:id="rId33"/>
    <p:sldId id="349" r:id="rId34"/>
    <p:sldId id="392" r:id="rId3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7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7" autoAdjust="0"/>
    <p:restoredTop sz="94624" autoAdjust="0"/>
  </p:normalViewPr>
  <p:slideViewPr>
    <p:cSldViewPr snapToGrid="0" showGuides="1">
      <p:cViewPr>
        <p:scale>
          <a:sx n="77" d="100"/>
          <a:sy n="77" d="100"/>
        </p:scale>
        <p:origin x="883" y="82"/>
      </p:cViewPr>
      <p:guideLst>
        <p:guide orient="horz" pos="2160"/>
        <p:guide pos="3776"/>
      </p:guideLst>
    </p:cSldViewPr>
  </p:slideViewPr>
  <p:outlineViewPr>
    <p:cViewPr>
      <p:scale>
        <a:sx n="33" d="100"/>
        <a:sy n="33" d="100"/>
      </p:scale>
      <p:origin x="72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tableStyles" Target="tableStyles.xml"/><Relationship Id="rId37" Type="http://schemas.openxmlformats.org/officeDocument/2006/relationships/viewProps" Target="viewProps.xml"/><Relationship Id="rId36" Type="http://schemas.openxmlformats.org/officeDocument/2006/relationships/presProps" Target="presProps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BB43C61-AE97-420E-9123-E403B041A58C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B00FDDB-46BF-4186-B0EA-9945E8BFD7FA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147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endParaRPr lang="en-I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CBD72AF-E637-44D3-A05D-2D58118EC657}" type="slidenum">
              <a:rPr lang="en-IN" smtClean="0">
                <a:solidFill>
                  <a:prstClr val="black"/>
                </a:solidFill>
              </a:rPr>
            </a:fld>
            <a:endParaRPr lang="en-I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DEBD166-435B-457F-9F3D-68F7156F6EE8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D0DACE-38E0-42D2-9336-2B707D34BC6D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/>
            </a:lvl1pPr>
            <a:lvl2pPr>
              <a:lnSpc>
                <a:spcPct val="150000"/>
              </a:lnSpc>
              <a:buNone/>
              <a:defRPr/>
            </a:lvl2pPr>
            <a:lvl3pPr>
              <a:lnSpc>
                <a:spcPct val="150000"/>
              </a:lnSpc>
              <a:defRPr/>
            </a:lvl3pPr>
            <a:lvl4pPr>
              <a:lnSpc>
                <a:spcPct val="150000"/>
              </a:lnSpc>
              <a:defRPr/>
            </a:lvl4pPr>
            <a:lvl5pPr>
              <a:lnSpc>
                <a:spcPct val="15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image" Target="../media/image1.jpeg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6" descr="JU_PPT-template_option1b.jpg"/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28600"/>
            <a:ext cx="10972800" cy="914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en-US" altLang="en-US"/>
              <a:t>Click to edit Master title style</a:t>
            </a:r>
            <a:endParaRPr lang="en-US" altLang="en-US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711200" y="1371601"/>
            <a:ext cx="10566400" cy="4983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en-US" altLang="en-US"/>
              <a:t>Click to edit Master text styles</a:t>
            </a:r>
            <a:endParaRPr lang="en-US" altLang="en-US"/>
          </a:p>
          <a:p>
            <a:pPr lvl="1"/>
            <a:r>
              <a:rPr lang="en-US" altLang="en-US"/>
              <a:t>Second level</a:t>
            </a:r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transition>
    <p:fade/>
  </p:transition>
  <p:hf sldNum="0" hdr="0" ftr="0" dt="0"/>
  <p:txStyles>
    <p:titleStyle>
      <a:lvl1pPr algn="l" defTabSz="913130" rtl="0" eaLnBrk="0" fontAlgn="base" hangingPunct="0">
        <a:spcBef>
          <a:spcPct val="0"/>
        </a:spcBef>
        <a:spcAft>
          <a:spcPct val="0"/>
        </a:spcAft>
        <a:defRPr sz="2800" b="1" kern="1200">
          <a:solidFill>
            <a:schemeClr val="bg1"/>
          </a:solidFill>
          <a:latin typeface="Times New Roman" panose="02020603050405020304" pitchFamily="18" charset="0"/>
          <a:ea typeface="+mj-ea"/>
          <a:cs typeface="Times New Roman" panose="02020603050405020304" pitchFamily="18" charset="0"/>
        </a:defRPr>
      </a:lvl1pPr>
      <a:lvl2pPr algn="l" defTabSz="91313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anose="02020603050405020304" pitchFamily="18" charset="0"/>
          <a:cs typeface="Times New Roman" panose="02020603050405020304" pitchFamily="18" charset="0"/>
        </a:defRPr>
      </a:lvl2pPr>
      <a:lvl3pPr algn="l" defTabSz="91313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anose="02020603050405020304" pitchFamily="18" charset="0"/>
          <a:cs typeface="Times New Roman" panose="02020603050405020304" pitchFamily="18" charset="0"/>
        </a:defRPr>
      </a:lvl3pPr>
      <a:lvl4pPr algn="l" defTabSz="91313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anose="02020603050405020304" pitchFamily="18" charset="0"/>
          <a:cs typeface="Times New Roman" panose="02020603050405020304" pitchFamily="18" charset="0"/>
        </a:defRPr>
      </a:lvl4pPr>
      <a:lvl5pPr algn="l" defTabSz="913130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anose="02020603050405020304" pitchFamily="18" charset="0"/>
          <a:cs typeface="Times New Roman" panose="02020603050405020304" pitchFamily="18" charset="0"/>
        </a:defRPr>
      </a:lvl5pPr>
      <a:lvl6pPr marL="457200" algn="l" defTabSz="913130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anose="02020603050405020304" pitchFamily="18" charset="0"/>
          <a:cs typeface="Times New Roman" panose="02020603050405020304" pitchFamily="18" charset="0"/>
        </a:defRPr>
      </a:lvl6pPr>
      <a:lvl7pPr marL="914400" algn="l" defTabSz="913130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anose="02020603050405020304" pitchFamily="18" charset="0"/>
          <a:cs typeface="Times New Roman" panose="02020603050405020304" pitchFamily="18" charset="0"/>
        </a:defRPr>
      </a:lvl7pPr>
      <a:lvl8pPr marL="1371600" algn="l" defTabSz="913130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anose="02020603050405020304" pitchFamily="18" charset="0"/>
          <a:cs typeface="Times New Roman" panose="02020603050405020304" pitchFamily="18" charset="0"/>
        </a:defRPr>
      </a:lvl8pPr>
      <a:lvl9pPr marL="1828800" algn="l" defTabSz="913130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Times New Roman" panose="02020603050405020304" pitchFamily="18" charset="0"/>
          <a:cs typeface="Times New Roman" panose="02020603050405020304" pitchFamily="18" charset="0"/>
        </a:defRPr>
      </a:lvl9pPr>
    </p:titleStyle>
    <p:bodyStyle>
      <a:lvl1pPr marL="341630" indent="-341630" algn="l" defTabSz="913130" rtl="0" eaLnBrk="0" fontAlgn="base" hangingPunct="0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1pPr>
      <a:lvl2pPr marL="741680" indent="-28448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Times New Roman" panose="02020603050405020304" pitchFamily="18" charset="0"/>
          <a:ea typeface="+mn-ea"/>
          <a:cs typeface="Times New Roman" panose="02020603050405020304" pitchFamily="18" charset="0"/>
        </a:defRPr>
      </a:lvl2pPr>
      <a:lvl3pPr marL="1141730" indent="-22733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Times New Roman" panose="02020603050405020304" pitchFamily="18" charset="0"/>
        </a:defRPr>
      </a:lvl3pPr>
      <a:lvl4pPr marL="1598930" indent="-22733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Times New Roman" panose="02020603050405020304" pitchFamily="18" charset="0"/>
        </a:defRPr>
      </a:lvl4pPr>
      <a:lvl5pPr marL="2056130" indent="-227330" algn="l" defTabSz="913130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Times New Roman" panose="02020603050405020304" pitchFamily="18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jpe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4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14.xml"/><Relationship Id="rId8" Type="http://schemas.openxmlformats.org/officeDocument/2006/relationships/tags" Target="../tags/tag13.xml"/><Relationship Id="rId7" Type="http://schemas.openxmlformats.org/officeDocument/2006/relationships/tags" Target="../tags/tag12.xml"/><Relationship Id="rId6" Type="http://schemas.openxmlformats.org/officeDocument/2006/relationships/tags" Target="../tags/tag11.xml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4" Type="http://schemas.openxmlformats.org/officeDocument/2006/relationships/notesSlide" Target="../notesSlides/notesSlide3.xml"/><Relationship Id="rId33" Type="http://schemas.openxmlformats.org/officeDocument/2006/relationships/slideLayout" Target="../slideLayouts/slideLayout2.xml"/><Relationship Id="rId32" Type="http://schemas.openxmlformats.org/officeDocument/2006/relationships/tags" Target="../tags/tag37.xml"/><Relationship Id="rId31" Type="http://schemas.openxmlformats.org/officeDocument/2006/relationships/tags" Target="../tags/tag36.xml"/><Relationship Id="rId30" Type="http://schemas.openxmlformats.org/officeDocument/2006/relationships/tags" Target="../tags/tag35.xml"/><Relationship Id="rId3" Type="http://schemas.openxmlformats.org/officeDocument/2006/relationships/tags" Target="../tags/tag8.xml"/><Relationship Id="rId29" Type="http://schemas.openxmlformats.org/officeDocument/2006/relationships/tags" Target="../tags/tag34.xml"/><Relationship Id="rId28" Type="http://schemas.openxmlformats.org/officeDocument/2006/relationships/tags" Target="../tags/tag33.xml"/><Relationship Id="rId27" Type="http://schemas.openxmlformats.org/officeDocument/2006/relationships/tags" Target="../tags/tag32.xml"/><Relationship Id="rId26" Type="http://schemas.openxmlformats.org/officeDocument/2006/relationships/tags" Target="../tags/tag31.xml"/><Relationship Id="rId25" Type="http://schemas.openxmlformats.org/officeDocument/2006/relationships/tags" Target="../tags/tag30.xml"/><Relationship Id="rId24" Type="http://schemas.openxmlformats.org/officeDocument/2006/relationships/tags" Target="../tags/tag29.xml"/><Relationship Id="rId23" Type="http://schemas.openxmlformats.org/officeDocument/2006/relationships/tags" Target="../tags/tag28.xml"/><Relationship Id="rId22" Type="http://schemas.openxmlformats.org/officeDocument/2006/relationships/tags" Target="../tags/tag27.xml"/><Relationship Id="rId21" Type="http://schemas.openxmlformats.org/officeDocument/2006/relationships/tags" Target="../tags/tag26.xml"/><Relationship Id="rId20" Type="http://schemas.openxmlformats.org/officeDocument/2006/relationships/tags" Target="../tags/tag25.xml"/><Relationship Id="rId2" Type="http://schemas.openxmlformats.org/officeDocument/2006/relationships/tags" Target="../tags/tag7.xml"/><Relationship Id="rId19" Type="http://schemas.openxmlformats.org/officeDocument/2006/relationships/tags" Target="../tags/tag24.xml"/><Relationship Id="rId18" Type="http://schemas.openxmlformats.org/officeDocument/2006/relationships/tags" Target="../tags/tag23.xml"/><Relationship Id="rId17" Type="http://schemas.openxmlformats.org/officeDocument/2006/relationships/tags" Target="../tags/tag22.xml"/><Relationship Id="rId16" Type="http://schemas.openxmlformats.org/officeDocument/2006/relationships/tags" Target="../tags/tag21.xml"/><Relationship Id="rId15" Type="http://schemas.openxmlformats.org/officeDocument/2006/relationships/tags" Target="../tags/tag20.xml"/><Relationship Id="rId14" Type="http://schemas.openxmlformats.org/officeDocument/2006/relationships/tags" Target="../tags/tag19.xml"/><Relationship Id="rId13" Type="http://schemas.openxmlformats.org/officeDocument/2006/relationships/tags" Target="../tags/tag18.xml"/><Relationship Id="rId12" Type="http://schemas.openxmlformats.org/officeDocument/2006/relationships/tags" Target="../tags/tag17.xml"/><Relationship Id="rId11" Type="http://schemas.openxmlformats.org/officeDocument/2006/relationships/tags" Target="../tags/tag16.xml"/><Relationship Id="rId10" Type="http://schemas.openxmlformats.org/officeDocument/2006/relationships/tags" Target="../tags/tag15.xml"/><Relationship Id="rId1" Type="http://schemas.openxmlformats.org/officeDocument/2006/relationships/tags" Target="../tags/tag6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4" Type="http://schemas.openxmlformats.org/officeDocument/2006/relationships/notesSlide" Target="../notesSlides/notesSlide4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49.xml"/><Relationship Id="rId11" Type="http://schemas.openxmlformats.org/officeDocument/2006/relationships/tags" Target="../tags/tag48.xml"/><Relationship Id="rId10" Type="http://schemas.openxmlformats.org/officeDocument/2006/relationships/tags" Target="../tags/tag47.xml"/><Relationship Id="rId1" Type="http://schemas.openxmlformats.org/officeDocument/2006/relationships/tags" Target="../tags/tag3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6.jpeg"/><Relationship Id="rId1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0.jpeg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2.jpeg"/><Relationship Id="rId1" Type="http://schemas.openxmlformats.org/officeDocument/2006/relationships/image" Target="../media/image11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58.xml"/><Relationship Id="rId8" Type="http://schemas.openxmlformats.org/officeDocument/2006/relationships/tags" Target="../tags/tag57.xml"/><Relationship Id="rId7" Type="http://schemas.openxmlformats.org/officeDocument/2006/relationships/tags" Target="../tags/tag56.xml"/><Relationship Id="rId6" Type="http://schemas.openxmlformats.org/officeDocument/2006/relationships/tags" Target="../tags/tag55.xml"/><Relationship Id="rId5" Type="http://schemas.openxmlformats.org/officeDocument/2006/relationships/tags" Target="../tags/tag54.xml"/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5.xml"/><Relationship Id="rId10" Type="http://schemas.openxmlformats.org/officeDocument/2006/relationships/tags" Target="../tags/tag59.xml"/><Relationship Id="rId1" Type="http://schemas.openxmlformats.org/officeDocument/2006/relationships/tags" Target="../tags/tag50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68.xml"/><Relationship Id="rId8" Type="http://schemas.openxmlformats.org/officeDocument/2006/relationships/tags" Target="../tags/tag67.xml"/><Relationship Id="rId7" Type="http://schemas.openxmlformats.org/officeDocument/2006/relationships/tags" Target="../tags/tag66.xml"/><Relationship Id="rId6" Type="http://schemas.openxmlformats.org/officeDocument/2006/relationships/tags" Target="../tags/tag65.xml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tags" Target="../tags/tag62.xml"/><Relationship Id="rId2" Type="http://schemas.openxmlformats.org/officeDocument/2006/relationships/tags" Target="../tags/tag61.xml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4.xml"/><Relationship Id="rId10" Type="http://schemas.openxmlformats.org/officeDocument/2006/relationships/tags" Target="../tags/tag69.xml"/><Relationship Id="rId1" Type="http://schemas.openxmlformats.org/officeDocument/2006/relationships/tags" Target="../tags/tag60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.xml"/><Relationship Id="rId8" Type="http://schemas.openxmlformats.org/officeDocument/2006/relationships/tags" Target="../tags/tag77.xml"/><Relationship Id="rId7" Type="http://schemas.openxmlformats.org/officeDocument/2006/relationships/tags" Target="../tags/tag76.xml"/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0" Type="http://schemas.openxmlformats.org/officeDocument/2006/relationships/notesSlide" Target="../notesSlides/notesSlide7.xml"/><Relationship Id="rId1" Type="http://schemas.openxmlformats.org/officeDocument/2006/relationships/tags" Target="../tags/tag70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16.jpeg"/><Relationship Id="rId1" Type="http://schemas.openxmlformats.org/officeDocument/2006/relationships/image" Target="../media/image15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7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0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image" Target="../media/image23.png"/><Relationship Id="rId1" Type="http://schemas.openxmlformats.org/officeDocument/2006/relationships/image" Target="../media/image22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24.png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3" Type="http://schemas.openxmlformats.org/officeDocument/2006/relationships/slideLayout" Target="../slideLayouts/slideLayout2.xml"/><Relationship Id="rId32" Type="http://schemas.openxmlformats.org/officeDocument/2006/relationships/tags" Target="../tags/tag109.xml"/><Relationship Id="rId31" Type="http://schemas.openxmlformats.org/officeDocument/2006/relationships/tags" Target="../tags/tag108.xml"/><Relationship Id="rId30" Type="http://schemas.openxmlformats.org/officeDocument/2006/relationships/tags" Target="../tags/tag107.xml"/><Relationship Id="rId3" Type="http://schemas.openxmlformats.org/officeDocument/2006/relationships/tags" Target="../tags/tag80.xml"/><Relationship Id="rId29" Type="http://schemas.openxmlformats.org/officeDocument/2006/relationships/tags" Target="../tags/tag106.xml"/><Relationship Id="rId28" Type="http://schemas.openxmlformats.org/officeDocument/2006/relationships/tags" Target="../tags/tag105.xml"/><Relationship Id="rId27" Type="http://schemas.openxmlformats.org/officeDocument/2006/relationships/tags" Target="../tags/tag104.xml"/><Relationship Id="rId26" Type="http://schemas.openxmlformats.org/officeDocument/2006/relationships/tags" Target="../tags/tag103.xml"/><Relationship Id="rId25" Type="http://schemas.openxmlformats.org/officeDocument/2006/relationships/tags" Target="../tags/tag102.xml"/><Relationship Id="rId24" Type="http://schemas.openxmlformats.org/officeDocument/2006/relationships/tags" Target="../tags/tag101.xml"/><Relationship Id="rId23" Type="http://schemas.openxmlformats.org/officeDocument/2006/relationships/tags" Target="../tags/tag100.xml"/><Relationship Id="rId22" Type="http://schemas.openxmlformats.org/officeDocument/2006/relationships/tags" Target="../tags/tag99.xml"/><Relationship Id="rId21" Type="http://schemas.openxmlformats.org/officeDocument/2006/relationships/tags" Target="../tags/tag98.xml"/><Relationship Id="rId20" Type="http://schemas.openxmlformats.org/officeDocument/2006/relationships/tags" Target="../tags/tag97.xml"/><Relationship Id="rId2" Type="http://schemas.openxmlformats.org/officeDocument/2006/relationships/tags" Target="../tags/tag79.xml"/><Relationship Id="rId19" Type="http://schemas.openxmlformats.org/officeDocument/2006/relationships/tags" Target="../tags/tag96.xml"/><Relationship Id="rId18" Type="http://schemas.openxmlformats.org/officeDocument/2006/relationships/tags" Target="../tags/tag95.xml"/><Relationship Id="rId17" Type="http://schemas.openxmlformats.org/officeDocument/2006/relationships/tags" Target="../tags/tag94.xml"/><Relationship Id="rId16" Type="http://schemas.openxmlformats.org/officeDocument/2006/relationships/tags" Target="../tags/tag93.xml"/><Relationship Id="rId15" Type="http://schemas.openxmlformats.org/officeDocument/2006/relationships/tags" Target="../tags/tag92.xml"/><Relationship Id="rId14" Type="http://schemas.openxmlformats.org/officeDocument/2006/relationships/tags" Target="../tags/tag91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tags" Target="../tags/tag88.xml"/><Relationship Id="rId10" Type="http://schemas.openxmlformats.org/officeDocument/2006/relationships/tags" Target="../tags/tag87.xml"/><Relationship Id="rId1" Type="http://schemas.openxmlformats.org/officeDocument/2006/relationships/tags" Target="../tags/tag78.xml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118.xml"/><Relationship Id="rId8" Type="http://schemas.openxmlformats.org/officeDocument/2006/relationships/tags" Target="../tags/tag117.xml"/><Relationship Id="rId7" Type="http://schemas.openxmlformats.org/officeDocument/2006/relationships/tags" Target="../tags/tag116.xml"/><Relationship Id="rId6" Type="http://schemas.openxmlformats.org/officeDocument/2006/relationships/tags" Target="../tags/tag115.xml"/><Relationship Id="rId5" Type="http://schemas.openxmlformats.org/officeDocument/2006/relationships/tags" Target="../tags/tag114.xml"/><Relationship Id="rId4" Type="http://schemas.openxmlformats.org/officeDocument/2006/relationships/tags" Target="../tags/tag113.xml"/><Relationship Id="rId3" Type="http://schemas.openxmlformats.org/officeDocument/2006/relationships/tags" Target="../tags/tag112.xml"/><Relationship Id="rId2" Type="http://schemas.openxmlformats.org/officeDocument/2006/relationships/tags" Target="../tags/tag111.xml"/><Relationship Id="rId12" Type="http://schemas.openxmlformats.org/officeDocument/2006/relationships/notesSlide" Target="../notesSlides/notesSlide8.xml"/><Relationship Id="rId11" Type="http://schemas.openxmlformats.org/officeDocument/2006/relationships/slideLayout" Target="../slideLayouts/slideLayout5.xml"/><Relationship Id="rId10" Type="http://schemas.openxmlformats.org/officeDocument/2006/relationships/tags" Target="../tags/tag119.xml"/><Relationship Id="rId1" Type="http://schemas.openxmlformats.org/officeDocument/2006/relationships/tags" Target="../tags/tag11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8" descr="16-JU-Building.png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540"/>
          <a:stretch>
            <a:fillRect/>
          </a:stretch>
        </p:blipFill>
        <p:spPr bwMode="auto">
          <a:xfrm>
            <a:off x="222209" y="5053653"/>
            <a:ext cx="9849938" cy="1434528"/>
          </a:xfrm>
          <a:prstGeom prst="rect">
            <a:avLst/>
          </a:prstGeom>
          <a:noFill/>
          <a:ln>
            <a:noFill/>
          </a:ln>
          <a:effectLst>
            <a:softEdge rad="3175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Subtitle 2"/>
          <p:cNvSpPr>
            <a:spLocks noGrp="1"/>
          </p:cNvSpPr>
          <p:nvPr>
            <p:ph type="subTitle" idx="1"/>
          </p:nvPr>
        </p:nvSpPr>
        <p:spPr>
          <a:xfrm>
            <a:off x="0" y="1266860"/>
            <a:ext cx="12192000" cy="4285845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en-US" sz="4000" b="1" dirty="0">
                <a:solidFill>
                  <a:srgbClr val="FF0000"/>
                </a:solidFill>
              </a:rPr>
              <a:t>Minor Project Presentation</a:t>
            </a:r>
            <a:endParaRPr lang="en-US" sz="4000" b="1" dirty="0">
              <a:solidFill>
                <a:srgbClr val="FF0000"/>
              </a:solidFill>
            </a:endParaRPr>
          </a:p>
          <a:p>
            <a:pPr>
              <a:defRPr/>
            </a:pPr>
            <a:r>
              <a:rPr lang="en-IN" altLang="en-US" sz="1800" b="1" dirty="0">
                <a:solidFill>
                  <a:schemeClr val="tx1"/>
                </a:solidFill>
              </a:rPr>
              <a:t>On</a:t>
            </a:r>
            <a:r>
              <a:rPr lang="en-IN" altLang="en-US" sz="1400" b="1" dirty="0">
                <a:solidFill>
                  <a:schemeClr val="tx1"/>
                </a:solidFill>
              </a:rPr>
              <a:t> </a:t>
            </a: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r>
              <a:rPr lang="en-IN" altLang="en-US" b="1" dirty="0">
                <a:solidFill>
                  <a:schemeClr val="tx1"/>
                </a:solidFill>
              </a:rPr>
              <a:t>“</a:t>
            </a:r>
            <a:r>
              <a:rPr lang="en-US" altLang="en-IN" b="1" dirty="0">
                <a:solidFill>
                  <a:schemeClr val="tx1"/>
                </a:solidFill>
              </a:rPr>
              <a:t>Bhagvad Mood Journal</a:t>
            </a:r>
            <a:r>
              <a:rPr lang="en-IN" altLang="en-US" b="1" dirty="0">
                <a:solidFill>
                  <a:schemeClr val="tx1"/>
                </a:solidFill>
              </a:rPr>
              <a:t>”</a:t>
            </a:r>
            <a:endParaRPr lang="en-IN" altLang="en-US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  <a:p>
            <a:pPr>
              <a:defRPr/>
            </a:pPr>
            <a:endParaRPr lang="en-IN" altLang="en-US" sz="1400" b="1" dirty="0">
              <a:solidFill>
                <a:schemeClr val="tx1"/>
              </a:solidFill>
            </a:endParaRP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554305" y="3308447"/>
            <a:ext cx="3192624" cy="2183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741680" indent="-284480">
              <a:spcBef>
                <a:spcPct val="20000"/>
              </a:spcBef>
              <a:buFont typeface="Arial" panose="020B0604020202020204" pitchFamily="34" charset="0"/>
              <a:buChar char="•"/>
              <a:defRPr sz="22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 marL="1141730" indent="-22733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3pPr>
            <a:lvl4pPr marL="1598930" indent="-22733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4pPr>
            <a:lvl5pPr marL="2056130" indent="-22733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5pPr>
            <a:lvl6pPr marL="2513330" indent="-2273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6pPr>
            <a:lvl7pPr marL="2970530" indent="-2273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7pPr>
            <a:lvl8pPr marL="3427730" indent="-2273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8pPr>
            <a:lvl9pPr marL="3884930" indent="-22733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  <a:cs typeface="Times New Roman" panose="02020603050405020304" pitchFamily="18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1900" b="1" dirty="0">
              <a:solidFill>
                <a:prstClr val="black"/>
              </a:solidFill>
              <a:latin typeface="Calibri" panose="020F0502020204030204" pitchFamily="34" charset="0"/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900" b="1" dirty="0">
                <a:solidFill>
                  <a:prstClr val="black"/>
                </a:solidFill>
              </a:rPr>
              <a:t>Presented By:-</a:t>
            </a:r>
            <a:endParaRPr lang="en-US" altLang="en-US" sz="1900" b="1" dirty="0">
              <a:solidFill>
                <a:prstClr val="black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900" b="1" dirty="0">
                <a:solidFill>
                  <a:prstClr val="black"/>
                </a:solidFill>
              </a:rPr>
              <a:t>Chahat Modi</a:t>
            </a:r>
            <a:endParaRPr lang="en-US" altLang="en-US" sz="1900" b="1" dirty="0">
              <a:solidFill>
                <a:prstClr val="black"/>
              </a:solidFill>
            </a:endParaRPr>
          </a:p>
          <a:p>
            <a:pPr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r>
              <a:rPr lang="en-US" altLang="en-US" sz="1900" b="1" dirty="0">
                <a:solidFill>
                  <a:prstClr val="black"/>
                </a:solidFill>
              </a:rPr>
              <a:t>24BCON0775</a:t>
            </a:r>
            <a:endParaRPr lang="en-US" altLang="en-US" sz="1900" b="1" dirty="0">
              <a:solidFill>
                <a:prstClr val="black"/>
              </a:solidFill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buFontTx/>
              <a:buNone/>
            </a:pPr>
            <a:endParaRPr lang="en-US" altLang="en-US" sz="2000" b="1" dirty="0">
              <a:solidFill>
                <a:prstClr val="black"/>
              </a:solidFill>
              <a:latin typeface="Calibri" panose="020F050202020403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738254" y="6425551"/>
            <a:ext cx="271549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2025-2026</a:t>
            </a:r>
            <a:endParaRPr lang="en-US" sz="20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8905565" y="3651803"/>
            <a:ext cx="3064225" cy="1876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2000" b="1" dirty="0"/>
          </a:p>
          <a:p>
            <a:endParaRPr lang="en-US" sz="2000" b="1" dirty="0"/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Guide:-</a:t>
            </a: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Jitender Kumar</a:t>
            </a:r>
            <a:b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Assistant Professor</a:t>
            </a:r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9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196594" y="322225"/>
            <a:ext cx="7481454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 </a:t>
            </a:r>
            <a:endParaRPr lang="en-US" altLang="en-US" sz="2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/>
            </a:pPr>
            <a:r>
              <a:rPr lang="en-US" altLang="en-US" sz="26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Computer Science and Engineering</a:t>
            </a:r>
            <a:endParaRPr lang="en-US" altLang="en-US" sz="26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 descr="C:\Documents and Settings\Administrator\Local Settings\Temp\JECRC_University_Logo_in_Horizontal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79024" y="3134786"/>
            <a:ext cx="3716594" cy="18928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Contents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sz="1800"/>
              <a:t>Introduction </a:t>
            </a:r>
            <a:endParaRPr lang="en-US" sz="1800"/>
          </a:p>
          <a:p>
            <a:r>
              <a:rPr lang="en-US" sz="1800"/>
              <a:t>Problem Statement</a:t>
            </a:r>
            <a:endParaRPr lang="en-US" sz="1800"/>
          </a:p>
          <a:p>
            <a:r>
              <a:rPr lang="en-US" sz="1800"/>
              <a:t>Objectives </a:t>
            </a:r>
            <a:endParaRPr lang="en-US" sz="1800"/>
          </a:p>
          <a:p>
            <a:r>
              <a:rPr lang="en-US" sz="1800"/>
              <a:t>Literature Review</a:t>
            </a:r>
            <a:endParaRPr lang="en-US" sz="1800"/>
          </a:p>
          <a:p>
            <a:r>
              <a:rPr lang="en-US" sz="1800"/>
              <a:t>Functional Requirements</a:t>
            </a:r>
            <a:endParaRPr lang="en-US" sz="1800"/>
          </a:p>
          <a:p>
            <a:r>
              <a:rPr lang="en-US" sz="1800"/>
              <a:t>Non-Funtional Requirements</a:t>
            </a:r>
            <a:endParaRPr lang="en-US" sz="1800"/>
          </a:p>
          <a:p>
            <a:r>
              <a:rPr lang="en-US" sz="1800"/>
              <a:t>System Architecture</a:t>
            </a:r>
            <a:endParaRPr lang="en-US" sz="1800"/>
          </a:p>
          <a:p>
            <a:r>
              <a:rPr lang="en-US" sz="1800"/>
              <a:t>Data Flow Diagram </a:t>
            </a:r>
            <a:endParaRPr lang="en-US" sz="1800"/>
          </a:p>
          <a:p>
            <a:r>
              <a:rPr lang="en-US" sz="1800"/>
              <a:t>ER Diagram</a:t>
            </a:r>
            <a:endParaRPr lang="en-US" sz="1800"/>
          </a:p>
          <a:p>
            <a:r>
              <a:rPr lang="en-US" sz="1800"/>
              <a:t>Methodoology</a:t>
            </a:r>
            <a:endParaRPr lang="en-US" sz="1800"/>
          </a:p>
          <a:p>
            <a:r>
              <a:rPr lang="en-US" altLang="en-US" sz="1800"/>
              <a:t>Sentiment Analysis Logic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 sz="1800">
                <a:sym typeface="+mn-ea"/>
              </a:rPr>
              <a:t>Algorithm &amp; SQL Mapping</a:t>
            </a:r>
            <a:endParaRPr lang="en-US" altLang="en-US" sz="1800"/>
          </a:p>
          <a:p>
            <a:r>
              <a:rPr lang="en-US" altLang="en-US" sz="1800">
                <a:sym typeface="+mn-ea"/>
              </a:rPr>
              <a:t>Tools &amp; Technologies</a:t>
            </a:r>
            <a:endParaRPr lang="en-US" altLang="en-US" sz="1800"/>
          </a:p>
          <a:p>
            <a:r>
              <a:rPr lang="en-US" altLang="en-US" sz="1800">
                <a:sym typeface="+mn-ea"/>
              </a:rPr>
              <a:t>Project Modules</a:t>
            </a:r>
            <a:endParaRPr lang="en-US" altLang="en-US" sz="1800"/>
          </a:p>
          <a:p>
            <a:r>
              <a:rPr lang="en-US" altLang="en-US" sz="1800">
                <a:sym typeface="+mn-ea"/>
              </a:rPr>
              <a:t>Testing &amp; Verification</a:t>
            </a:r>
            <a:endParaRPr lang="en-US" altLang="en-US" sz="1800"/>
          </a:p>
          <a:p>
            <a:r>
              <a:rPr lang="en-US" altLang="en-US" sz="1800">
                <a:sym typeface="+mn-ea"/>
              </a:rPr>
              <a:t>Results &amp; Output</a:t>
            </a:r>
            <a:endParaRPr lang="en-US" altLang="en-US" sz="1800"/>
          </a:p>
          <a:p>
            <a:r>
              <a:rPr lang="en-US" altLang="en-US" sz="1800">
                <a:sym typeface="+mn-ea"/>
              </a:rPr>
              <a:t>Roles &amp; Responsibilities</a:t>
            </a:r>
            <a:endParaRPr lang="en-US" altLang="en-US" sz="1800"/>
          </a:p>
          <a:p>
            <a:r>
              <a:rPr lang="en-US" altLang="en-US" sz="1800">
                <a:sym typeface="+mn-ea"/>
              </a:rPr>
              <a:t>Conclusion &amp; Future Scope</a:t>
            </a:r>
            <a:endParaRPr lang="en-US" altLang="en-US" sz="1800"/>
          </a:p>
          <a:p>
            <a:r>
              <a:rPr lang="en-US" altLang="en-US" sz="1800">
                <a:sym typeface="+mn-ea"/>
              </a:rPr>
              <a:t>References</a:t>
            </a:r>
            <a:endParaRPr lang="en-US" altLang="en-US" sz="1800"/>
          </a:p>
          <a:p>
            <a:endParaRPr lang="en-US" sz="180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>
          <a:xfrm>
            <a:off x="609600" y="238125"/>
            <a:ext cx="10972800" cy="914400"/>
          </a:xfrm>
        </p:spPr>
        <p:txBody>
          <a:bodyPr wrap="square">
            <a:normAutofit/>
          </a:bodyPr>
          <a:lstStyle/>
          <a:p>
            <a:pPr algn="ctr"/>
            <a:r>
              <a:rPr lang="en-US" spc="0" dirty="0">
                <a:latin typeface="+mj-lt"/>
              </a:rPr>
              <a:t>Introduction</a:t>
            </a:r>
            <a:endParaRPr lang="en-US" spc="0" dirty="0">
              <a:latin typeface="+mj-lt"/>
            </a:endParaRPr>
          </a:p>
        </p:txBody>
      </p:sp>
      <p:sp>
        <p:nvSpPr>
          <p:cNvPr id="3" name="任意多边形: 形状 17"/>
          <p:cNvSpPr/>
          <p:nvPr>
            <p:custDataLst>
              <p:tags r:id="rId2"/>
            </p:custDataLst>
          </p:nvPr>
        </p:nvSpPr>
        <p:spPr>
          <a:xfrm>
            <a:off x="6452235" y="1228090"/>
            <a:ext cx="5219065" cy="5194935"/>
          </a:xfrm>
          <a:custGeom>
            <a:avLst/>
            <a:gdLst>
              <a:gd name="connsiteX0" fmla="*/ 4776390 w 4954194"/>
              <a:gd name="connsiteY0" fmla="*/ 0 h 3519374"/>
              <a:gd name="connsiteX1" fmla="*/ 1275648 w 4954194"/>
              <a:gd name="connsiteY1" fmla="*/ 0 h 3519374"/>
              <a:gd name="connsiteX2" fmla="*/ 1130414 w 4954194"/>
              <a:gd name="connsiteY2" fmla="*/ 75212 h 3519374"/>
              <a:gd name="connsiteX3" fmla="*/ 12980 w 4954194"/>
              <a:gd name="connsiteY3" fmla="*/ 1657097 h 3519374"/>
              <a:gd name="connsiteX4" fmla="*/ 12971 w 4954194"/>
              <a:gd name="connsiteY4" fmla="*/ 1862264 h 3519374"/>
              <a:gd name="connsiteX5" fmla="*/ 1130405 w 4954194"/>
              <a:gd name="connsiteY5" fmla="*/ 3444150 h 3519374"/>
              <a:gd name="connsiteX6" fmla="*/ 1275627 w 4954194"/>
              <a:gd name="connsiteY6" fmla="*/ 3519374 h 3519374"/>
              <a:gd name="connsiteX7" fmla="*/ 4776369 w 4954194"/>
              <a:gd name="connsiteY7" fmla="*/ 3519374 h 3519374"/>
              <a:gd name="connsiteX8" fmla="*/ 4954194 w 4954194"/>
              <a:gd name="connsiteY8" fmla="*/ 3341570 h 3519374"/>
              <a:gd name="connsiteX9" fmla="*/ 4954194 w 4954194"/>
              <a:gd name="connsiteY9" fmla="*/ 177754 h 3519374"/>
              <a:gd name="connsiteX10" fmla="*/ 4776390 w 4954194"/>
              <a:gd name="connsiteY10" fmla="*/ 0 h 3519374"/>
              <a:gd name="connsiteX0-1" fmla="*/ 4776390 w 4954194"/>
              <a:gd name="connsiteY0-2" fmla="*/ 0 h 3519374"/>
              <a:gd name="connsiteX1-3" fmla="*/ 1275648 w 4954194"/>
              <a:gd name="connsiteY1-4" fmla="*/ 0 h 3519374"/>
              <a:gd name="connsiteX2-5" fmla="*/ 1130414 w 4954194"/>
              <a:gd name="connsiteY2-6" fmla="*/ 75212 h 3519374"/>
              <a:gd name="connsiteX3-7" fmla="*/ 12980 w 4954194"/>
              <a:gd name="connsiteY3-8" fmla="*/ 1657097 h 3519374"/>
              <a:gd name="connsiteX4-9" fmla="*/ 12971 w 4954194"/>
              <a:gd name="connsiteY4-10" fmla="*/ 1862264 h 3519374"/>
              <a:gd name="connsiteX5-11" fmla="*/ 1130405 w 4954194"/>
              <a:gd name="connsiteY5-12" fmla="*/ 3444150 h 3519374"/>
              <a:gd name="connsiteX6-13" fmla="*/ 1275627 w 4954194"/>
              <a:gd name="connsiteY6-14" fmla="*/ 3519374 h 3519374"/>
              <a:gd name="connsiteX7-15" fmla="*/ 4776369 w 4954194"/>
              <a:gd name="connsiteY7-16" fmla="*/ 3519374 h 3519374"/>
              <a:gd name="connsiteX8-17" fmla="*/ 4954194 w 4954194"/>
              <a:gd name="connsiteY8-18" fmla="*/ 3341570 h 3519374"/>
              <a:gd name="connsiteX9-19" fmla="*/ 4954194 w 4954194"/>
              <a:gd name="connsiteY9-20" fmla="*/ 177754 h 3519374"/>
              <a:gd name="connsiteX10-21" fmla="*/ 4776390 w 4954194"/>
              <a:gd name="connsiteY10-22" fmla="*/ 0 h 3519374"/>
              <a:gd name="connsiteX0-23" fmla="*/ 4776390 w 4954194"/>
              <a:gd name="connsiteY0-24" fmla="*/ 0 h 3519374"/>
              <a:gd name="connsiteX1-25" fmla="*/ 1275648 w 4954194"/>
              <a:gd name="connsiteY1-26" fmla="*/ 0 h 3519374"/>
              <a:gd name="connsiteX2-27" fmla="*/ 1130414 w 4954194"/>
              <a:gd name="connsiteY2-28" fmla="*/ 75212 h 3519374"/>
              <a:gd name="connsiteX3-29" fmla="*/ 12980 w 4954194"/>
              <a:gd name="connsiteY3-30" fmla="*/ 1657097 h 3519374"/>
              <a:gd name="connsiteX4-31" fmla="*/ 12971 w 4954194"/>
              <a:gd name="connsiteY4-32" fmla="*/ 1862264 h 3519374"/>
              <a:gd name="connsiteX5-33" fmla="*/ 1130405 w 4954194"/>
              <a:gd name="connsiteY5-34" fmla="*/ 3444150 h 3519374"/>
              <a:gd name="connsiteX6-35" fmla="*/ 1275627 w 4954194"/>
              <a:gd name="connsiteY6-36" fmla="*/ 3519374 h 3519374"/>
              <a:gd name="connsiteX7-37" fmla="*/ 4776369 w 4954194"/>
              <a:gd name="connsiteY7-38" fmla="*/ 3519374 h 3519374"/>
              <a:gd name="connsiteX8-39" fmla="*/ 4954194 w 4954194"/>
              <a:gd name="connsiteY8-40" fmla="*/ 3341570 h 3519374"/>
              <a:gd name="connsiteX9-41" fmla="*/ 4954194 w 4954194"/>
              <a:gd name="connsiteY9-42" fmla="*/ 177754 h 3519374"/>
              <a:gd name="connsiteX10-43" fmla="*/ 4776390 w 4954194"/>
              <a:gd name="connsiteY10-44" fmla="*/ 0 h 3519374"/>
              <a:gd name="connsiteX0-45" fmla="*/ 4776390 w 4954194"/>
              <a:gd name="connsiteY0-46" fmla="*/ 0 h 3519374"/>
              <a:gd name="connsiteX1-47" fmla="*/ 1275648 w 4954194"/>
              <a:gd name="connsiteY1-48" fmla="*/ 0 h 3519374"/>
              <a:gd name="connsiteX2-49" fmla="*/ 1130414 w 4954194"/>
              <a:gd name="connsiteY2-50" fmla="*/ 75212 h 3519374"/>
              <a:gd name="connsiteX3-51" fmla="*/ 12980 w 4954194"/>
              <a:gd name="connsiteY3-52" fmla="*/ 1657097 h 3519374"/>
              <a:gd name="connsiteX4-53" fmla="*/ 12971 w 4954194"/>
              <a:gd name="connsiteY4-54" fmla="*/ 1862264 h 3519374"/>
              <a:gd name="connsiteX5-55" fmla="*/ 1130405 w 4954194"/>
              <a:gd name="connsiteY5-56" fmla="*/ 3444150 h 3519374"/>
              <a:gd name="connsiteX6-57" fmla="*/ 1275627 w 4954194"/>
              <a:gd name="connsiteY6-58" fmla="*/ 3519374 h 3519374"/>
              <a:gd name="connsiteX7-59" fmla="*/ 4776369 w 4954194"/>
              <a:gd name="connsiteY7-60" fmla="*/ 3519374 h 3519374"/>
              <a:gd name="connsiteX8-61" fmla="*/ 4954194 w 4954194"/>
              <a:gd name="connsiteY8-62" fmla="*/ 3341570 h 3519374"/>
              <a:gd name="connsiteX9-63" fmla="*/ 4954194 w 4954194"/>
              <a:gd name="connsiteY9-64" fmla="*/ 177754 h 3519374"/>
              <a:gd name="connsiteX10-65" fmla="*/ 4776390 w 4954194"/>
              <a:gd name="connsiteY10-66" fmla="*/ 0 h 3519374"/>
              <a:gd name="connsiteX0-67" fmla="*/ 4776390 w 4954194"/>
              <a:gd name="connsiteY0-68" fmla="*/ 0 h 3519374"/>
              <a:gd name="connsiteX1-69" fmla="*/ 1275648 w 4954194"/>
              <a:gd name="connsiteY1-70" fmla="*/ 0 h 3519374"/>
              <a:gd name="connsiteX2-71" fmla="*/ 1130414 w 4954194"/>
              <a:gd name="connsiteY2-72" fmla="*/ 75212 h 3519374"/>
              <a:gd name="connsiteX3-73" fmla="*/ 12980 w 4954194"/>
              <a:gd name="connsiteY3-74" fmla="*/ 1657097 h 3519374"/>
              <a:gd name="connsiteX4-75" fmla="*/ 12971 w 4954194"/>
              <a:gd name="connsiteY4-76" fmla="*/ 1862264 h 3519374"/>
              <a:gd name="connsiteX5-77" fmla="*/ 1130405 w 4954194"/>
              <a:gd name="connsiteY5-78" fmla="*/ 3444150 h 3519374"/>
              <a:gd name="connsiteX6-79" fmla="*/ 1275627 w 4954194"/>
              <a:gd name="connsiteY6-80" fmla="*/ 3519374 h 3519374"/>
              <a:gd name="connsiteX7-81" fmla="*/ 4776369 w 4954194"/>
              <a:gd name="connsiteY7-82" fmla="*/ 3519374 h 3519374"/>
              <a:gd name="connsiteX8-83" fmla="*/ 4954194 w 4954194"/>
              <a:gd name="connsiteY8-84" fmla="*/ 3341570 h 3519374"/>
              <a:gd name="connsiteX9-85" fmla="*/ 4954194 w 4954194"/>
              <a:gd name="connsiteY9-86" fmla="*/ 177754 h 3519374"/>
              <a:gd name="connsiteX10-87" fmla="*/ 4776390 w 4954194"/>
              <a:gd name="connsiteY10-88" fmla="*/ 0 h 3519374"/>
              <a:gd name="connsiteX0-89" fmla="*/ 4776390 w 4954194"/>
              <a:gd name="connsiteY0-90" fmla="*/ 0 h 3519374"/>
              <a:gd name="connsiteX1-91" fmla="*/ 1275648 w 4954194"/>
              <a:gd name="connsiteY1-92" fmla="*/ 0 h 3519374"/>
              <a:gd name="connsiteX2-93" fmla="*/ 1130414 w 4954194"/>
              <a:gd name="connsiteY2-94" fmla="*/ 75212 h 3519374"/>
              <a:gd name="connsiteX3-95" fmla="*/ 12980 w 4954194"/>
              <a:gd name="connsiteY3-96" fmla="*/ 1657097 h 3519374"/>
              <a:gd name="connsiteX4-97" fmla="*/ 12971 w 4954194"/>
              <a:gd name="connsiteY4-98" fmla="*/ 1862264 h 3519374"/>
              <a:gd name="connsiteX5-99" fmla="*/ 1130405 w 4954194"/>
              <a:gd name="connsiteY5-100" fmla="*/ 3444150 h 3519374"/>
              <a:gd name="connsiteX6-101" fmla="*/ 1275627 w 4954194"/>
              <a:gd name="connsiteY6-102" fmla="*/ 3519374 h 3519374"/>
              <a:gd name="connsiteX7-103" fmla="*/ 4776369 w 4954194"/>
              <a:gd name="connsiteY7-104" fmla="*/ 3519374 h 3519374"/>
              <a:gd name="connsiteX8-105" fmla="*/ 4954194 w 4954194"/>
              <a:gd name="connsiteY8-106" fmla="*/ 3341570 h 3519374"/>
              <a:gd name="connsiteX9-107" fmla="*/ 4954194 w 4954194"/>
              <a:gd name="connsiteY9-108" fmla="*/ 177754 h 3519374"/>
              <a:gd name="connsiteX10-109" fmla="*/ 4776390 w 4954194"/>
              <a:gd name="connsiteY10-110" fmla="*/ 0 h 3519374"/>
              <a:gd name="connsiteX0-111" fmla="*/ 4776386 w 4954190"/>
              <a:gd name="connsiteY0-112" fmla="*/ 0 h 3519374"/>
              <a:gd name="connsiteX1-113" fmla="*/ 1275644 w 4954190"/>
              <a:gd name="connsiteY1-114" fmla="*/ 0 h 3519374"/>
              <a:gd name="connsiteX2-115" fmla="*/ 1130410 w 4954190"/>
              <a:gd name="connsiteY2-116" fmla="*/ 75212 h 3519374"/>
              <a:gd name="connsiteX3-117" fmla="*/ 12976 w 4954190"/>
              <a:gd name="connsiteY3-118" fmla="*/ 1657097 h 3519374"/>
              <a:gd name="connsiteX4-119" fmla="*/ 12967 w 4954190"/>
              <a:gd name="connsiteY4-120" fmla="*/ 1862264 h 3519374"/>
              <a:gd name="connsiteX5-121" fmla="*/ 1130401 w 4954190"/>
              <a:gd name="connsiteY5-122" fmla="*/ 3444150 h 3519374"/>
              <a:gd name="connsiteX6-123" fmla="*/ 1275623 w 4954190"/>
              <a:gd name="connsiteY6-124" fmla="*/ 3519374 h 3519374"/>
              <a:gd name="connsiteX7-125" fmla="*/ 4776365 w 4954190"/>
              <a:gd name="connsiteY7-126" fmla="*/ 3519374 h 3519374"/>
              <a:gd name="connsiteX8-127" fmla="*/ 4954190 w 4954190"/>
              <a:gd name="connsiteY8-128" fmla="*/ 3341570 h 3519374"/>
              <a:gd name="connsiteX9-129" fmla="*/ 4954190 w 4954190"/>
              <a:gd name="connsiteY9-130" fmla="*/ 177754 h 3519374"/>
              <a:gd name="connsiteX10-131" fmla="*/ 4776386 w 4954190"/>
              <a:gd name="connsiteY10-132" fmla="*/ 0 h 3519374"/>
              <a:gd name="connsiteX0-133" fmla="*/ 4797124 w 4974928"/>
              <a:gd name="connsiteY0-134" fmla="*/ 0 h 3519374"/>
              <a:gd name="connsiteX1-135" fmla="*/ 1296382 w 4974928"/>
              <a:gd name="connsiteY1-136" fmla="*/ 0 h 3519374"/>
              <a:gd name="connsiteX2-137" fmla="*/ 1151148 w 4974928"/>
              <a:gd name="connsiteY2-138" fmla="*/ 75212 h 3519374"/>
              <a:gd name="connsiteX3-139" fmla="*/ 33714 w 4974928"/>
              <a:gd name="connsiteY3-140" fmla="*/ 1657097 h 3519374"/>
              <a:gd name="connsiteX4-141" fmla="*/ 33705 w 4974928"/>
              <a:gd name="connsiteY4-142" fmla="*/ 1862264 h 3519374"/>
              <a:gd name="connsiteX5-143" fmla="*/ 1151139 w 4974928"/>
              <a:gd name="connsiteY5-144" fmla="*/ 3444150 h 3519374"/>
              <a:gd name="connsiteX6-145" fmla="*/ 1296361 w 4974928"/>
              <a:gd name="connsiteY6-146" fmla="*/ 3519374 h 3519374"/>
              <a:gd name="connsiteX7-147" fmla="*/ 4797103 w 4974928"/>
              <a:gd name="connsiteY7-148" fmla="*/ 3519374 h 3519374"/>
              <a:gd name="connsiteX8-149" fmla="*/ 4974928 w 4974928"/>
              <a:gd name="connsiteY8-150" fmla="*/ 3341570 h 3519374"/>
              <a:gd name="connsiteX9-151" fmla="*/ 4974928 w 4974928"/>
              <a:gd name="connsiteY9-152" fmla="*/ 177754 h 3519374"/>
              <a:gd name="connsiteX10-153" fmla="*/ 4797124 w 4974928"/>
              <a:gd name="connsiteY10-154" fmla="*/ 0 h 3519374"/>
              <a:gd name="connsiteX0-155" fmla="*/ 4797124 w 4974928"/>
              <a:gd name="connsiteY0-156" fmla="*/ 0 h 3519374"/>
              <a:gd name="connsiteX1-157" fmla="*/ 1296382 w 4974928"/>
              <a:gd name="connsiteY1-158" fmla="*/ 0 h 3519374"/>
              <a:gd name="connsiteX2-159" fmla="*/ 1151148 w 4974928"/>
              <a:gd name="connsiteY2-160" fmla="*/ 75212 h 3519374"/>
              <a:gd name="connsiteX3-161" fmla="*/ 33714 w 4974928"/>
              <a:gd name="connsiteY3-162" fmla="*/ 1657097 h 3519374"/>
              <a:gd name="connsiteX4-163" fmla="*/ 33705 w 4974928"/>
              <a:gd name="connsiteY4-164" fmla="*/ 1862264 h 3519374"/>
              <a:gd name="connsiteX5-165" fmla="*/ 1151139 w 4974928"/>
              <a:gd name="connsiteY5-166" fmla="*/ 3444150 h 3519374"/>
              <a:gd name="connsiteX6-167" fmla="*/ 1296361 w 4974928"/>
              <a:gd name="connsiteY6-168" fmla="*/ 3519374 h 3519374"/>
              <a:gd name="connsiteX7-169" fmla="*/ 4797103 w 4974928"/>
              <a:gd name="connsiteY7-170" fmla="*/ 3519374 h 3519374"/>
              <a:gd name="connsiteX8-171" fmla="*/ 4974928 w 4974928"/>
              <a:gd name="connsiteY8-172" fmla="*/ 3341570 h 3519374"/>
              <a:gd name="connsiteX9-173" fmla="*/ 4974928 w 4974928"/>
              <a:gd name="connsiteY9-174" fmla="*/ 177754 h 3519374"/>
              <a:gd name="connsiteX10-175" fmla="*/ 4797124 w 4974928"/>
              <a:gd name="connsiteY10-176" fmla="*/ 0 h 3519374"/>
              <a:gd name="connsiteX0-177" fmla="*/ 4797124 w 4974928"/>
              <a:gd name="connsiteY0-178" fmla="*/ 0 h 3519374"/>
              <a:gd name="connsiteX1-179" fmla="*/ 1296382 w 4974928"/>
              <a:gd name="connsiteY1-180" fmla="*/ 0 h 3519374"/>
              <a:gd name="connsiteX2-181" fmla="*/ 1151148 w 4974928"/>
              <a:gd name="connsiteY2-182" fmla="*/ 75212 h 3519374"/>
              <a:gd name="connsiteX3-183" fmla="*/ 33714 w 4974928"/>
              <a:gd name="connsiteY3-184" fmla="*/ 1657097 h 3519374"/>
              <a:gd name="connsiteX4-185" fmla="*/ 33705 w 4974928"/>
              <a:gd name="connsiteY4-186" fmla="*/ 1862264 h 3519374"/>
              <a:gd name="connsiteX5-187" fmla="*/ 1151139 w 4974928"/>
              <a:gd name="connsiteY5-188" fmla="*/ 3444150 h 3519374"/>
              <a:gd name="connsiteX6-189" fmla="*/ 1296361 w 4974928"/>
              <a:gd name="connsiteY6-190" fmla="*/ 3519374 h 3519374"/>
              <a:gd name="connsiteX7-191" fmla="*/ 4797103 w 4974928"/>
              <a:gd name="connsiteY7-192" fmla="*/ 3519374 h 3519374"/>
              <a:gd name="connsiteX8-193" fmla="*/ 4974928 w 4974928"/>
              <a:gd name="connsiteY8-194" fmla="*/ 3341570 h 3519374"/>
              <a:gd name="connsiteX9-195" fmla="*/ 4974928 w 4974928"/>
              <a:gd name="connsiteY9-196" fmla="*/ 177754 h 3519374"/>
              <a:gd name="connsiteX10-197" fmla="*/ 4797124 w 4974928"/>
              <a:gd name="connsiteY10-198" fmla="*/ 0 h 3519374"/>
              <a:gd name="connsiteX0-199" fmla="*/ 4797124 w 4974928"/>
              <a:gd name="connsiteY0-200" fmla="*/ 0 h 3519374"/>
              <a:gd name="connsiteX1-201" fmla="*/ 1296382 w 4974928"/>
              <a:gd name="connsiteY1-202" fmla="*/ 0 h 3519374"/>
              <a:gd name="connsiteX2-203" fmla="*/ 1151148 w 4974928"/>
              <a:gd name="connsiteY2-204" fmla="*/ 75212 h 3519374"/>
              <a:gd name="connsiteX3-205" fmla="*/ 33714 w 4974928"/>
              <a:gd name="connsiteY3-206" fmla="*/ 1657097 h 3519374"/>
              <a:gd name="connsiteX4-207" fmla="*/ 33705 w 4974928"/>
              <a:gd name="connsiteY4-208" fmla="*/ 1862264 h 3519374"/>
              <a:gd name="connsiteX5-209" fmla="*/ 1151139 w 4974928"/>
              <a:gd name="connsiteY5-210" fmla="*/ 3444150 h 3519374"/>
              <a:gd name="connsiteX6-211" fmla="*/ 1296361 w 4974928"/>
              <a:gd name="connsiteY6-212" fmla="*/ 3519374 h 3519374"/>
              <a:gd name="connsiteX7-213" fmla="*/ 4797103 w 4974928"/>
              <a:gd name="connsiteY7-214" fmla="*/ 3519374 h 3519374"/>
              <a:gd name="connsiteX8-215" fmla="*/ 4974928 w 4974928"/>
              <a:gd name="connsiteY8-216" fmla="*/ 3341570 h 3519374"/>
              <a:gd name="connsiteX9-217" fmla="*/ 4974928 w 4974928"/>
              <a:gd name="connsiteY9-218" fmla="*/ 177754 h 3519374"/>
              <a:gd name="connsiteX10-219" fmla="*/ 4797124 w 4974928"/>
              <a:gd name="connsiteY10-220" fmla="*/ 0 h 3519374"/>
              <a:gd name="connsiteX0-221" fmla="*/ 4797124 w 4974928"/>
              <a:gd name="connsiteY0-222" fmla="*/ 0 h 3519374"/>
              <a:gd name="connsiteX1-223" fmla="*/ 1296382 w 4974928"/>
              <a:gd name="connsiteY1-224" fmla="*/ 0 h 3519374"/>
              <a:gd name="connsiteX2-225" fmla="*/ 1151148 w 4974928"/>
              <a:gd name="connsiteY2-226" fmla="*/ 75212 h 3519374"/>
              <a:gd name="connsiteX3-227" fmla="*/ 33714 w 4974928"/>
              <a:gd name="connsiteY3-228" fmla="*/ 1657097 h 3519374"/>
              <a:gd name="connsiteX4-229" fmla="*/ 33705 w 4974928"/>
              <a:gd name="connsiteY4-230" fmla="*/ 1862264 h 3519374"/>
              <a:gd name="connsiteX5-231" fmla="*/ 1151139 w 4974928"/>
              <a:gd name="connsiteY5-232" fmla="*/ 3444150 h 3519374"/>
              <a:gd name="connsiteX6-233" fmla="*/ 1296361 w 4974928"/>
              <a:gd name="connsiteY6-234" fmla="*/ 3519374 h 3519374"/>
              <a:gd name="connsiteX7-235" fmla="*/ 4797103 w 4974928"/>
              <a:gd name="connsiteY7-236" fmla="*/ 3519374 h 3519374"/>
              <a:gd name="connsiteX8-237" fmla="*/ 4974928 w 4974928"/>
              <a:gd name="connsiteY8-238" fmla="*/ 3341570 h 3519374"/>
              <a:gd name="connsiteX9-239" fmla="*/ 4974928 w 4974928"/>
              <a:gd name="connsiteY9-240" fmla="*/ 177754 h 3519374"/>
              <a:gd name="connsiteX10-241" fmla="*/ 4797124 w 4974928"/>
              <a:gd name="connsiteY10-242" fmla="*/ 0 h 3519374"/>
              <a:gd name="connsiteX0-243" fmla="*/ 4797124 w 4974928"/>
              <a:gd name="connsiteY0-244" fmla="*/ 0 h 3519374"/>
              <a:gd name="connsiteX1-245" fmla="*/ 1296382 w 4974928"/>
              <a:gd name="connsiteY1-246" fmla="*/ 0 h 3519374"/>
              <a:gd name="connsiteX2-247" fmla="*/ 1151148 w 4974928"/>
              <a:gd name="connsiteY2-248" fmla="*/ 75212 h 3519374"/>
              <a:gd name="connsiteX3-249" fmla="*/ 33714 w 4974928"/>
              <a:gd name="connsiteY3-250" fmla="*/ 1657097 h 3519374"/>
              <a:gd name="connsiteX4-251" fmla="*/ 33705 w 4974928"/>
              <a:gd name="connsiteY4-252" fmla="*/ 1862264 h 3519374"/>
              <a:gd name="connsiteX5-253" fmla="*/ 1151139 w 4974928"/>
              <a:gd name="connsiteY5-254" fmla="*/ 3444150 h 3519374"/>
              <a:gd name="connsiteX6-255" fmla="*/ 1296361 w 4974928"/>
              <a:gd name="connsiteY6-256" fmla="*/ 3519374 h 3519374"/>
              <a:gd name="connsiteX7-257" fmla="*/ 4797103 w 4974928"/>
              <a:gd name="connsiteY7-258" fmla="*/ 3519374 h 3519374"/>
              <a:gd name="connsiteX8-259" fmla="*/ 4974928 w 4974928"/>
              <a:gd name="connsiteY8-260" fmla="*/ 3341570 h 3519374"/>
              <a:gd name="connsiteX9-261" fmla="*/ 4974928 w 4974928"/>
              <a:gd name="connsiteY9-262" fmla="*/ 177754 h 3519374"/>
              <a:gd name="connsiteX10-263" fmla="*/ 4797124 w 4974928"/>
              <a:gd name="connsiteY10-264" fmla="*/ 0 h 3519374"/>
              <a:gd name="connsiteX0-265" fmla="*/ 4797124 w 4974928"/>
              <a:gd name="connsiteY0-266" fmla="*/ 0 h 3519374"/>
              <a:gd name="connsiteX1-267" fmla="*/ 1296382 w 4974928"/>
              <a:gd name="connsiteY1-268" fmla="*/ 0 h 3519374"/>
              <a:gd name="connsiteX2-269" fmla="*/ 1151148 w 4974928"/>
              <a:gd name="connsiteY2-270" fmla="*/ 75212 h 3519374"/>
              <a:gd name="connsiteX3-271" fmla="*/ 33714 w 4974928"/>
              <a:gd name="connsiteY3-272" fmla="*/ 1657097 h 3519374"/>
              <a:gd name="connsiteX4-273" fmla="*/ 33705 w 4974928"/>
              <a:gd name="connsiteY4-274" fmla="*/ 1862264 h 3519374"/>
              <a:gd name="connsiteX5-275" fmla="*/ 1151139 w 4974928"/>
              <a:gd name="connsiteY5-276" fmla="*/ 3444150 h 3519374"/>
              <a:gd name="connsiteX6-277" fmla="*/ 1296361 w 4974928"/>
              <a:gd name="connsiteY6-278" fmla="*/ 3519374 h 3519374"/>
              <a:gd name="connsiteX7-279" fmla="*/ 4797103 w 4974928"/>
              <a:gd name="connsiteY7-280" fmla="*/ 3519374 h 3519374"/>
              <a:gd name="connsiteX8-281" fmla="*/ 4974928 w 4974928"/>
              <a:gd name="connsiteY8-282" fmla="*/ 3341570 h 3519374"/>
              <a:gd name="connsiteX9-283" fmla="*/ 4974928 w 4974928"/>
              <a:gd name="connsiteY9-284" fmla="*/ 177754 h 3519374"/>
              <a:gd name="connsiteX10-285" fmla="*/ 4797124 w 4974928"/>
              <a:gd name="connsiteY10-286" fmla="*/ 0 h 3519374"/>
              <a:gd name="connsiteX0-287" fmla="*/ 4797124 w 4974928"/>
              <a:gd name="connsiteY0-288" fmla="*/ 0 h 3519374"/>
              <a:gd name="connsiteX1-289" fmla="*/ 1296382 w 4974928"/>
              <a:gd name="connsiteY1-290" fmla="*/ 0 h 3519374"/>
              <a:gd name="connsiteX2-291" fmla="*/ 1151148 w 4974928"/>
              <a:gd name="connsiteY2-292" fmla="*/ 75212 h 3519374"/>
              <a:gd name="connsiteX3-293" fmla="*/ 33714 w 4974928"/>
              <a:gd name="connsiteY3-294" fmla="*/ 1657097 h 3519374"/>
              <a:gd name="connsiteX4-295" fmla="*/ 33705 w 4974928"/>
              <a:gd name="connsiteY4-296" fmla="*/ 1862264 h 3519374"/>
              <a:gd name="connsiteX5-297" fmla="*/ 1151139 w 4974928"/>
              <a:gd name="connsiteY5-298" fmla="*/ 3444150 h 3519374"/>
              <a:gd name="connsiteX6-299" fmla="*/ 1296361 w 4974928"/>
              <a:gd name="connsiteY6-300" fmla="*/ 3519374 h 3519374"/>
              <a:gd name="connsiteX7-301" fmla="*/ 4797103 w 4974928"/>
              <a:gd name="connsiteY7-302" fmla="*/ 3519374 h 3519374"/>
              <a:gd name="connsiteX8-303" fmla="*/ 4974928 w 4974928"/>
              <a:gd name="connsiteY8-304" fmla="*/ 3341570 h 3519374"/>
              <a:gd name="connsiteX9-305" fmla="*/ 4974928 w 4974928"/>
              <a:gd name="connsiteY9-306" fmla="*/ 177754 h 3519374"/>
              <a:gd name="connsiteX10-307" fmla="*/ 4797124 w 4974928"/>
              <a:gd name="connsiteY10-308" fmla="*/ 0 h 3519374"/>
              <a:gd name="connsiteX0-309" fmla="*/ 4797124 w 4974928"/>
              <a:gd name="connsiteY0-310" fmla="*/ 0 h 3519374"/>
              <a:gd name="connsiteX1-311" fmla="*/ 1296382 w 4974928"/>
              <a:gd name="connsiteY1-312" fmla="*/ 0 h 3519374"/>
              <a:gd name="connsiteX2-313" fmla="*/ 1151148 w 4974928"/>
              <a:gd name="connsiteY2-314" fmla="*/ 75212 h 3519374"/>
              <a:gd name="connsiteX3-315" fmla="*/ 33714 w 4974928"/>
              <a:gd name="connsiteY3-316" fmla="*/ 1657097 h 3519374"/>
              <a:gd name="connsiteX4-317" fmla="*/ 33705 w 4974928"/>
              <a:gd name="connsiteY4-318" fmla="*/ 1862264 h 3519374"/>
              <a:gd name="connsiteX5-319" fmla="*/ 1151139 w 4974928"/>
              <a:gd name="connsiteY5-320" fmla="*/ 3444150 h 3519374"/>
              <a:gd name="connsiteX6-321" fmla="*/ 1296361 w 4974928"/>
              <a:gd name="connsiteY6-322" fmla="*/ 3519374 h 3519374"/>
              <a:gd name="connsiteX7-323" fmla="*/ 4797103 w 4974928"/>
              <a:gd name="connsiteY7-324" fmla="*/ 3519374 h 3519374"/>
              <a:gd name="connsiteX8-325" fmla="*/ 4974928 w 4974928"/>
              <a:gd name="connsiteY8-326" fmla="*/ 3341570 h 3519374"/>
              <a:gd name="connsiteX9-327" fmla="*/ 4974928 w 4974928"/>
              <a:gd name="connsiteY9-328" fmla="*/ 177754 h 3519374"/>
              <a:gd name="connsiteX10-329" fmla="*/ 4797124 w 4974928"/>
              <a:gd name="connsiteY10-330" fmla="*/ 0 h 3519374"/>
              <a:gd name="connsiteX0-331" fmla="*/ 4797124 w 4974928"/>
              <a:gd name="connsiteY0-332" fmla="*/ 0 h 3519374"/>
              <a:gd name="connsiteX1-333" fmla="*/ 1296382 w 4974928"/>
              <a:gd name="connsiteY1-334" fmla="*/ 0 h 3519374"/>
              <a:gd name="connsiteX2-335" fmla="*/ 1151148 w 4974928"/>
              <a:gd name="connsiteY2-336" fmla="*/ 75212 h 3519374"/>
              <a:gd name="connsiteX3-337" fmla="*/ 33714 w 4974928"/>
              <a:gd name="connsiteY3-338" fmla="*/ 1657097 h 3519374"/>
              <a:gd name="connsiteX4-339" fmla="*/ 33705 w 4974928"/>
              <a:gd name="connsiteY4-340" fmla="*/ 1862264 h 3519374"/>
              <a:gd name="connsiteX5-341" fmla="*/ 1151139 w 4974928"/>
              <a:gd name="connsiteY5-342" fmla="*/ 3444150 h 3519374"/>
              <a:gd name="connsiteX6-343" fmla="*/ 1296361 w 4974928"/>
              <a:gd name="connsiteY6-344" fmla="*/ 3519374 h 3519374"/>
              <a:gd name="connsiteX7-345" fmla="*/ 4797103 w 4974928"/>
              <a:gd name="connsiteY7-346" fmla="*/ 3519374 h 3519374"/>
              <a:gd name="connsiteX8-347" fmla="*/ 4974928 w 4974928"/>
              <a:gd name="connsiteY8-348" fmla="*/ 3341570 h 3519374"/>
              <a:gd name="connsiteX9-349" fmla="*/ 4974928 w 4974928"/>
              <a:gd name="connsiteY9-350" fmla="*/ 177754 h 3519374"/>
              <a:gd name="connsiteX10-351" fmla="*/ 4797124 w 4974928"/>
              <a:gd name="connsiteY10-352" fmla="*/ 0 h 3519374"/>
              <a:gd name="connsiteX0-353" fmla="*/ 4797124 w 4974928"/>
              <a:gd name="connsiteY0-354" fmla="*/ 0 h 3519374"/>
              <a:gd name="connsiteX1-355" fmla="*/ 1296382 w 4974928"/>
              <a:gd name="connsiteY1-356" fmla="*/ 0 h 3519374"/>
              <a:gd name="connsiteX2-357" fmla="*/ 1151148 w 4974928"/>
              <a:gd name="connsiteY2-358" fmla="*/ 75212 h 3519374"/>
              <a:gd name="connsiteX3-359" fmla="*/ 33714 w 4974928"/>
              <a:gd name="connsiteY3-360" fmla="*/ 1657097 h 3519374"/>
              <a:gd name="connsiteX4-361" fmla="*/ 33705 w 4974928"/>
              <a:gd name="connsiteY4-362" fmla="*/ 1862264 h 3519374"/>
              <a:gd name="connsiteX5-363" fmla="*/ 1151139 w 4974928"/>
              <a:gd name="connsiteY5-364" fmla="*/ 3444150 h 3519374"/>
              <a:gd name="connsiteX6-365" fmla="*/ 1296361 w 4974928"/>
              <a:gd name="connsiteY6-366" fmla="*/ 3519374 h 3519374"/>
              <a:gd name="connsiteX7-367" fmla="*/ 4797103 w 4974928"/>
              <a:gd name="connsiteY7-368" fmla="*/ 3519374 h 3519374"/>
              <a:gd name="connsiteX8-369" fmla="*/ 4974928 w 4974928"/>
              <a:gd name="connsiteY8-370" fmla="*/ 3341570 h 3519374"/>
              <a:gd name="connsiteX9-371" fmla="*/ 4974928 w 4974928"/>
              <a:gd name="connsiteY9-372" fmla="*/ 177754 h 3519374"/>
              <a:gd name="connsiteX10-373" fmla="*/ 4797124 w 4974928"/>
              <a:gd name="connsiteY10-374" fmla="*/ 0 h 3519374"/>
              <a:gd name="connsiteX0-375" fmla="*/ 4797124 w 4974928"/>
              <a:gd name="connsiteY0-376" fmla="*/ 0 h 3519374"/>
              <a:gd name="connsiteX1-377" fmla="*/ 1296382 w 4974928"/>
              <a:gd name="connsiteY1-378" fmla="*/ 0 h 3519374"/>
              <a:gd name="connsiteX2-379" fmla="*/ 1151148 w 4974928"/>
              <a:gd name="connsiteY2-380" fmla="*/ 75212 h 3519374"/>
              <a:gd name="connsiteX3-381" fmla="*/ 33714 w 4974928"/>
              <a:gd name="connsiteY3-382" fmla="*/ 1657097 h 3519374"/>
              <a:gd name="connsiteX4-383" fmla="*/ 33705 w 4974928"/>
              <a:gd name="connsiteY4-384" fmla="*/ 1862264 h 3519374"/>
              <a:gd name="connsiteX5-385" fmla="*/ 1151139 w 4974928"/>
              <a:gd name="connsiteY5-386" fmla="*/ 3444150 h 3519374"/>
              <a:gd name="connsiteX6-387" fmla="*/ 1296361 w 4974928"/>
              <a:gd name="connsiteY6-388" fmla="*/ 3519374 h 3519374"/>
              <a:gd name="connsiteX7-389" fmla="*/ 4797103 w 4974928"/>
              <a:gd name="connsiteY7-390" fmla="*/ 3519374 h 3519374"/>
              <a:gd name="connsiteX8-391" fmla="*/ 4974928 w 4974928"/>
              <a:gd name="connsiteY8-392" fmla="*/ 3341570 h 3519374"/>
              <a:gd name="connsiteX9-393" fmla="*/ 4974928 w 4974928"/>
              <a:gd name="connsiteY9-394" fmla="*/ 177754 h 3519374"/>
              <a:gd name="connsiteX10-395" fmla="*/ 4797124 w 4974928"/>
              <a:gd name="connsiteY10-396" fmla="*/ 0 h 35193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4974928" h="3519374">
                <a:moveTo>
                  <a:pt x="4797124" y="0"/>
                </a:moveTo>
                <a:cubicBezTo>
                  <a:pt x="4692969" y="0"/>
                  <a:pt x="1355294" y="0"/>
                  <a:pt x="1296382" y="0"/>
                </a:cubicBezTo>
                <a:cubicBezTo>
                  <a:pt x="1237470" y="0"/>
                  <a:pt x="1185138" y="27094"/>
                  <a:pt x="1151148" y="75212"/>
                </a:cubicBezTo>
                <a:cubicBezTo>
                  <a:pt x="1117158" y="123329"/>
                  <a:pt x="78660" y="1593470"/>
                  <a:pt x="33714" y="1657097"/>
                </a:cubicBezTo>
                <a:cubicBezTo>
                  <a:pt x="-11232" y="1720725"/>
                  <a:pt x="-11241" y="1798637"/>
                  <a:pt x="33705" y="1862264"/>
                </a:cubicBezTo>
                <a:cubicBezTo>
                  <a:pt x="78651" y="1925892"/>
                  <a:pt x="1117149" y="3396033"/>
                  <a:pt x="1151139" y="3444150"/>
                </a:cubicBezTo>
                <a:cubicBezTo>
                  <a:pt x="1185129" y="3492267"/>
                  <a:pt x="1237449" y="3519374"/>
                  <a:pt x="1296361" y="3519374"/>
                </a:cubicBezTo>
                <a:cubicBezTo>
                  <a:pt x="1355273" y="3519374"/>
                  <a:pt x="4692948" y="3519374"/>
                  <a:pt x="4797103" y="3519374"/>
                </a:cubicBezTo>
                <a:cubicBezTo>
                  <a:pt x="4901257" y="3519374"/>
                  <a:pt x="4974928" y="3445725"/>
                  <a:pt x="4974928" y="3341570"/>
                </a:cubicBezTo>
                <a:cubicBezTo>
                  <a:pt x="4974928" y="3237416"/>
                  <a:pt x="4974928" y="281908"/>
                  <a:pt x="4974928" y="177754"/>
                </a:cubicBezTo>
                <a:cubicBezTo>
                  <a:pt x="4974928" y="73599"/>
                  <a:pt x="4901279" y="0"/>
                  <a:pt x="4797124" y="0"/>
                </a:cubicBezTo>
                <a:close/>
              </a:path>
            </a:pathLst>
          </a:custGeom>
          <a:gradFill>
            <a:gsLst>
              <a:gs pos="70000">
                <a:schemeClr val="accent2">
                  <a:lumMod val="60000"/>
                  <a:lumOff val="40000"/>
                  <a:alpha val="0"/>
                </a:schemeClr>
              </a:gs>
              <a:gs pos="0">
                <a:schemeClr val="accent2">
                  <a:lumMod val="60000"/>
                  <a:lumOff val="40000"/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368000" tIns="45720" rIns="0" bIns="45720" numCol="1" spcCol="0" rtlCol="0" fromWordArt="0" anchor="ctr" anchorCtr="0" forceAA="0" compatLnSpc="1">
            <a:normAutofit/>
          </a:bodyPr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b="1" i="1" u="sng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Core Problem Addressed </a:t>
            </a:r>
            <a:endParaRPr lang="en-US" altLang="en-US" sz="2400" b="1" i="1" u="sng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Sensitive emotional data stored online</a:t>
            </a:r>
            <a:endParaRPr lang="en-US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Generic mood trackers lack deeper guidance</a:t>
            </a:r>
            <a:endParaRPr lang="en-US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Poor crisis and distress detection</a:t>
            </a:r>
            <a:endParaRPr lang="en-US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Lack of private offline wellness solutions</a:t>
            </a:r>
            <a:endParaRPr lang="en-US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5" name="任意多边形: 形状 20"/>
          <p:cNvSpPr/>
          <p:nvPr>
            <p:custDataLst>
              <p:tags r:id="rId3"/>
            </p:custDataLst>
          </p:nvPr>
        </p:nvSpPr>
        <p:spPr>
          <a:xfrm>
            <a:off x="711200" y="1228090"/>
            <a:ext cx="5087620" cy="5194935"/>
          </a:xfrm>
          <a:custGeom>
            <a:avLst/>
            <a:gdLst>
              <a:gd name="connsiteX0" fmla="*/ 177804 w 4954193"/>
              <a:gd name="connsiteY0" fmla="*/ 0 h 3519374"/>
              <a:gd name="connsiteX1" fmla="*/ 3678546 w 4954193"/>
              <a:gd name="connsiteY1" fmla="*/ 0 h 3519374"/>
              <a:gd name="connsiteX2" fmla="*/ 3823780 w 4954193"/>
              <a:gd name="connsiteY2" fmla="*/ 75212 h 3519374"/>
              <a:gd name="connsiteX3" fmla="*/ 4941214 w 4954193"/>
              <a:gd name="connsiteY3" fmla="*/ 1657097 h 3519374"/>
              <a:gd name="connsiteX4" fmla="*/ 4941223 w 4954193"/>
              <a:gd name="connsiteY4" fmla="*/ 1862264 h 3519374"/>
              <a:gd name="connsiteX5" fmla="*/ 3823789 w 4954193"/>
              <a:gd name="connsiteY5" fmla="*/ 3444150 h 3519374"/>
              <a:gd name="connsiteX6" fmla="*/ 3678567 w 4954193"/>
              <a:gd name="connsiteY6" fmla="*/ 3519374 h 3519374"/>
              <a:gd name="connsiteX7" fmla="*/ 177825 w 4954193"/>
              <a:gd name="connsiteY7" fmla="*/ 3519374 h 3519374"/>
              <a:gd name="connsiteX8" fmla="*/ 0 w 4954193"/>
              <a:gd name="connsiteY8" fmla="*/ 3341570 h 3519374"/>
              <a:gd name="connsiteX9" fmla="*/ 0 w 4954193"/>
              <a:gd name="connsiteY9" fmla="*/ 177754 h 3519374"/>
              <a:gd name="connsiteX10" fmla="*/ 177804 w 4954193"/>
              <a:gd name="connsiteY10" fmla="*/ 0 h 3519374"/>
              <a:gd name="connsiteX0-1" fmla="*/ 177804 w 4954193"/>
              <a:gd name="connsiteY0-2" fmla="*/ 0 h 3519374"/>
              <a:gd name="connsiteX1-3" fmla="*/ 3678546 w 4954193"/>
              <a:gd name="connsiteY1-4" fmla="*/ 0 h 3519374"/>
              <a:gd name="connsiteX2-5" fmla="*/ 3823780 w 4954193"/>
              <a:gd name="connsiteY2-6" fmla="*/ 75212 h 3519374"/>
              <a:gd name="connsiteX3-7" fmla="*/ 4941214 w 4954193"/>
              <a:gd name="connsiteY3-8" fmla="*/ 1657097 h 3519374"/>
              <a:gd name="connsiteX4-9" fmla="*/ 4941223 w 4954193"/>
              <a:gd name="connsiteY4-10" fmla="*/ 1862264 h 3519374"/>
              <a:gd name="connsiteX5-11" fmla="*/ 3823789 w 4954193"/>
              <a:gd name="connsiteY5-12" fmla="*/ 3444150 h 3519374"/>
              <a:gd name="connsiteX6-13" fmla="*/ 3678567 w 4954193"/>
              <a:gd name="connsiteY6-14" fmla="*/ 3519374 h 3519374"/>
              <a:gd name="connsiteX7-15" fmla="*/ 177825 w 4954193"/>
              <a:gd name="connsiteY7-16" fmla="*/ 3519374 h 3519374"/>
              <a:gd name="connsiteX8-17" fmla="*/ 0 w 4954193"/>
              <a:gd name="connsiteY8-18" fmla="*/ 3341570 h 3519374"/>
              <a:gd name="connsiteX9-19" fmla="*/ 0 w 4954193"/>
              <a:gd name="connsiteY9-20" fmla="*/ 177754 h 3519374"/>
              <a:gd name="connsiteX10-21" fmla="*/ 177804 w 4954193"/>
              <a:gd name="connsiteY10-22" fmla="*/ 0 h 3519374"/>
              <a:gd name="connsiteX0-23" fmla="*/ 177804 w 4954193"/>
              <a:gd name="connsiteY0-24" fmla="*/ 0 h 3519374"/>
              <a:gd name="connsiteX1-25" fmla="*/ 3678546 w 4954193"/>
              <a:gd name="connsiteY1-26" fmla="*/ 0 h 3519374"/>
              <a:gd name="connsiteX2-27" fmla="*/ 3823780 w 4954193"/>
              <a:gd name="connsiteY2-28" fmla="*/ 75212 h 3519374"/>
              <a:gd name="connsiteX3-29" fmla="*/ 4941214 w 4954193"/>
              <a:gd name="connsiteY3-30" fmla="*/ 1657097 h 3519374"/>
              <a:gd name="connsiteX4-31" fmla="*/ 4941223 w 4954193"/>
              <a:gd name="connsiteY4-32" fmla="*/ 1862264 h 3519374"/>
              <a:gd name="connsiteX5-33" fmla="*/ 3823789 w 4954193"/>
              <a:gd name="connsiteY5-34" fmla="*/ 3444150 h 3519374"/>
              <a:gd name="connsiteX6-35" fmla="*/ 3678567 w 4954193"/>
              <a:gd name="connsiteY6-36" fmla="*/ 3519374 h 3519374"/>
              <a:gd name="connsiteX7-37" fmla="*/ 177825 w 4954193"/>
              <a:gd name="connsiteY7-38" fmla="*/ 3519374 h 3519374"/>
              <a:gd name="connsiteX8-39" fmla="*/ 0 w 4954193"/>
              <a:gd name="connsiteY8-40" fmla="*/ 3341570 h 3519374"/>
              <a:gd name="connsiteX9-41" fmla="*/ 0 w 4954193"/>
              <a:gd name="connsiteY9-42" fmla="*/ 177754 h 3519374"/>
              <a:gd name="connsiteX10-43" fmla="*/ 177804 w 4954193"/>
              <a:gd name="connsiteY10-44" fmla="*/ 0 h 3519374"/>
              <a:gd name="connsiteX0-45" fmla="*/ 177804 w 4954193"/>
              <a:gd name="connsiteY0-46" fmla="*/ 0 h 3519374"/>
              <a:gd name="connsiteX1-47" fmla="*/ 3678546 w 4954193"/>
              <a:gd name="connsiteY1-48" fmla="*/ 0 h 3519374"/>
              <a:gd name="connsiteX2-49" fmla="*/ 3823780 w 4954193"/>
              <a:gd name="connsiteY2-50" fmla="*/ 75212 h 3519374"/>
              <a:gd name="connsiteX3-51" fmla="*/ 4941214 w 4954193"/>
              <a:gd name="connsiteY3-52" fmla="*/ 1657097 h 3519374"/>
              <a:gd name="connsiteX4-53" fmla="*/ 4941223 w 4954193"/>
              <a:gd name="connsiteY4-54" fmla="*/ 1862264 h 3519374"/>
              <a:gd name="connsiteX5-55" fmla="*/ 3823789 w 4954193"/>
              <a:gd name="connsiteY5-56" fmla="*/ 3444150 h 3519374"/>
              <a:gd name="connsiteX6-57" fmla="*/ 3678567 w 4954193"/>
              <a:gd name="connsiteY6-58" fmla="*/ 3519374 h 3519374"/>
              <a:gd name="connsiteX7-59" fmla="*/ 177825 w 4954193"/>
              <a:gd name="connsiteY7-60" fmla="*/ 3519374 h 3519374"/>
              <a:gd name="connsiteX8-61" fmla="*/ 0 w 4954193"/>
              <a:gd name="connsiteY8-62" fmla="*/ 3341570 h 3519374"/>
              <a:gd name="connsiteX9-63" fmla="*/ 0 w 4954193"/>
              <a:gd name="connsiteY9-64" fmla="*/ 177754 h 3519374"/>
              <a:gd name="connsiteX10-65" fmla="*/ 177804 w 4954193"/>
              <a:gd name="connsiteY10-66" fmla="*/ 0 h 3519374"/>
              <a:gd name="connsiteX0-67" fmla="*/ 177804 w 4954193"/>
              <a:gd name="connsiteY0-68" fmla="*/ 0 h 3519374"/>
              <a:gd name="connsiteX1-69" fmla="*/ 3678546 w 4954193"/>
              <a:gd name="connsiteY1-70" fmla="*/ 0 h 3519374"/>
              <a:gd name="connsiteX2-71" fmla="*/ 3823780 w 4954193"/>
              <a:gd name="connsiteY2-72" fmla="*/ 75212 h 3519374"/>
              <a:gd name="connsiteX3-73" fmla="*/ 4941214 w 4954193"/>
              <a:gd name="connsiteY3-74" fmla="*/ 1657097 h 3519374"/>
              <a:gd name="connsiteX4-75" fmla="*/ 4941223 w 4954193"/>
              <a:gd name="connsiteY4-76" fmla="*/ 1862264 h 3519374"/>
              <a:gd name="connsiteX5-77" fmla="*/ 3823789 w 4954193"/>
              <a:gd name="connsiteY5-78" fmla="*/ 3444150 h 3519374"/>
              <a:gd name="connsiteX6-79" fmla="*/ 3678567 w 4954193"/>
              <a:gd name="connsiteY6-80" fmla="*/ 3519374 h 3519374"/>
              <a:gd name="connsiteX7-81" fmla="*/ 177825 w 4954193"/>
              <a:gd name="connsiteY7-82" fmla="*/ 3519374 h 3519374"/>
              <a:gd name="connsiteX8-83" fmla="*/ 0 w 4954193"/>
              <a:gd name="connsiteY8-84" fmla="*/ 3341570 h 3519374"/>
              <a:gd name="connsiteX9-85" fmla="*/ 0 w 4954193"/>
              <a:gd name="connsiteY9-86" fmla="*/ 177754 h 3519374"/>
              <a:gd name="connsiteX10-87" fmla="*/ 177804 w 4954193"/>
              <a:gd name="connsiteY10-88" fmla="*/ 0 h 3519374"/>
              <a:gd name="connsiteX0-89" fmla="*/ 177804 w 4954193"/>
              <a:gd name="connsiteY0-90" fmla="*/ 0 h 3519374"/>
              <a:gd name="connsiteX1-91" fmla="*/ 3678546 w 4954193"/>
              <a:gd name="connsiteY1-92" fmla="*/ 0 h 3519374"/>
              <a:gd name="connsiteX2-93" fmla="*/ 3823780 w 4954193"/>
              <a:gd name="connsiteY2-94" fmla="*/ 75212 h 3519374"/>
              <a:gd name="connsiteX3-95" fmla="*/ 4941214 w 4954193"/>
              <a:gd name="connsiteY3-96" fmla="*/ 1657097 h 3519374"/>
              <a:gd name="connsiteX4-97" fmla="*/ 4941223 w 4954193"/>
              <a:gd name="connsiteY4-98" fmla="*/ 1862264 h 3519374"/>
              <a:gd name="connsiteX5-99" fmla="*/ 3823789 w 4954193"/>
              <a:gd name="connsiteY5-100" fmla="*/ 3444150 h 3519374"/>
              <a:gd name="connsiteX6-101" fmla="*/ 3678567 w 4954193"/>
              <a:gd name="connsiteY6-102" fmla="*/ 3519374 h 3519374"/>
              <a:gd name="connsiteX7-103" fmla="*/ 177825 w 4954193"/>
              <a:gd name="connsiteY7-104" fmla="*/ 3519374 h 3519374"/>
              <a:gd name="connsiteX8-105" fmla="*/ 0 w 4954193"/>
              <a:gd name="connsiteY8-106" fmla="*/ 3341570 h 3519374"/>
              <a:gd name="connsiteX9-107" fmla="*/ 0 w 4954193"/>
              <a:gd name="connsiteY9-108" fmla="*/ 177754 h 3519374"/>
              <a:gd name="connsiteX10-109" fmla="*/ 177804 w 4954193"/>
              <a:gd name="connsiteY10-110" fmla="*/ 0 h 3519374"/>
              <a:gd name="connsiteX0-111" fmla="*/ 177804 w 4954190"/>
              <a:gd name="connsiteY0-112" fmla="*/ 0 h 3519374"/>
              <a:gd name="connsiteX1-113" fmla="*/ 3678546 w 4954190"/>
              <a:gd name="connsiteY1-114" fmla="*/ 0 h 3519374"/>
              <a:gd name="connsiteX2-115" fmla="*/ 3823780 w 4954190"/>
              <a:gd name="connsiteY2-116" fmla="*/ 75212 h 3519374"/>
              <a:gd name="connsiteX3-117" fmla="*/ 4941214 w 4954190"/>
              <a:gd name="connsiteY3-118" fmla="*/ 1657097 h 3519374"/>
              <a:gd name="connsiteX4-119" fmla="*/ 4941223 w 4954190"/>
              <a:gd name="connsiteY4-120" fmla="*/ 1862264 h 3519374"/>
              <a:gd name="connsiteX5-121" fmla="*/ 3823789 w 4954190"/>
              <a:gd name="connsiteY5-122" fmla="*/ 3444150 h 3519374"/>
              <a:gd name="connsiteX6-123" fmla="*/ 3678567 w 4954190"/>
              <a:gd name="connsiteY6-124" fmla="*/ 3519374 h 3519374"/>
              <a:gd name="connsiteX7-125" fmla="*/ 177825 w 4954190"/>
              <a:gd name="connsiteY7-126" fmla="*/ 3519374 h 3519374"/>
              <a:gd name="connsiteX8-127" fmla="*/ 0 w 4954190"/>
              <a:gd name="connsiteY8-128" fmla="*/ 3341570 h 3519374"/>
              <a:gd name="connsiteX9-129" fmla="*/ 0 w 4954190"/>
              <a:gd name="connsiteY9-130" fmla="*/ 177754 h 3519374"/>
              <a:gd name="connsiteX10-131" fmla="*/ 177804 w 4954190"/>
              <a:gd name="connsiteY10-132" fmla="*/ 0 h 3519374"/>
              <a:gd name="connsiteX0-133" fmla="*/ 177804 w 4974928"/>
              <a:gd name="connsiteY0-134" fmla="*/ 0 h 3519374"/>
              <a:gd name="connsiteX1-135" fmla="*/ 3678546 w 4974928"/>
              <a:gd name="connsiteY1-136" fmla="*/ 0 h 3519374"/>
              <a:gd name="connsiteX2-137" fmla="*/ 3823780 w 4974928"/>
              <a:gd name="connsiteY2-138" fmla="*/ 75212 h 3519374"/>
              <a:gd name="connsiteX3-139" fmla="*/ 4941214 w 4974928"/>
              <a:gd name="connsiteY3-140" fmla="*/ 1657097 h 3519374"/>
              <a:gd name="connsiteX4-141" fmla="*/ 4941223 w 4974928"/>
              <a:gd name="connsiteY4-142" fmla="*/ 1862264 h 3519374"/>
              <a:gd name="connsiteX5-143" fmla="*/ 3823789 w 4974928"/>
              <a:gd name="connsiteY5-144" fmla="*/ 3444150 h 3519374"/>
              <a:gd name="connsiteX6-145" fmla="*/ 3678567 w 4974928"/>
              <a:gd name="connsiteY6-146" fmla="*/ 3519374 h 3519374"/>
              <a:gd name="connsiteX7-147" fmla="*/ 177825 w 4974928"/>
              <a:gd name="connsiteY7-148" fmla="*/ 3519374 h 3519374"/>
              <a:gd name="connsiteX8-149" fmla="*/ 0 w 4974928"/>
              <a:gd name="connsiteY8-150" fmla="*/ 3341570 h 3519374"/>
              <a:gd name="connsiteX9-151" fmla="*/ 0 w 4974928"/>
              <a:gd name="connsiteY9-152" fmla="*/ 177754 h 3519374"/>
              <a:gd name="connsiteX10-153" fmla="*/ 177804 w 4974928"/>
              <a:gd name="connsiteY10-154" fmla="*/ 0 h 3519374"/>
              <a:gd name="connsiteX0-155" fmla="*/ 177804 w 4974928"/>
              <a:gd name="connsiteY0-156" fmla="*/ 0 h 3519374"/>
              <a:gd name="connsiteX1-157" fmla="*/ 3678546 w 4974928"/>
              <a:gd name="connsiteY1-158" fmla="*/ 0 h 3519374"/>
              <a:gd name="connsiteX2-159" fmla="*/ 3823780 w 4974928"/>
              <a:gd name="connsiteY2-160" fmla="*/ 75212 h 3519374"/>
              <a:gd name="connsiteX3-161" fmla="*/ 4941214 w 4974928"/>
              <a:gd name="connsiteY3-162" fmla="*/ 1657097 h 3519374"/>
              <a:gd name="connsiteX4-163" fmla="*/ 4941223 w 4974928"/>
              <a:gd name="connsiteY4-164" fmla="*/ 1862264 h 3519374"/>
              <a:gd name="connsiteX5-165" fmla="*/ 3823789 w 4974928"/>
              <a:gd name="connsiteY5-166" fmla="*/ 3444150 h 3519374"/>
              <a:gd name="connsiteX6-167" fmla="*/ 3678567 w 4974928"/>
              <a:gd name="connsiteY6-168" fmla="*/ 3519374 h 3519374"/>
              <a:gd name="connsiteX7-169" fmla="*/ 177825 w 4974928"/>
              <a:gd name="connsiteY7-170" fmla="*/ 3519374 h 3519374"/>
              <a:gd name="connsiteX8-171" fmla="*/ 0 w 4974928"/>
              <a:gd name="connsiteY8-172" fmla="*/ 3341570 h 3519374"/>
              <a:gd name="connsiteX9-173" fmla="*/ 0 w 4974928"/>
              <a:gd name="connsiteY9-174" fmla="*/ 177754 h 3519374"/>
              <a:gd name="connsiteX10-175" fmla="*/ 177804 w 4974928"/>
              <a:gd name="connsiteY10-176" fmla="*/ 0 h 3519374"/>
              <a:gd name="connsiteX0-177" fmla="*/ 177804 w 4974928"/>
              <a:gd name="connsiteY0-178" fmla="*/ 0 h 3519374"/>
              <a:gd name="connsiteX1-179" fmla="*/ 3678546 w 4974928"/>
              <a:gd name="connsiteY1-180" fmla="*/ 0 h 3519374"/>
              <a:gd name="connsiteX2-181" fmla="*/ 3823780 w 4974928"/>
              <a:gd name="connsiteY2-182" fmla="*/ 75212 h 3519374"/>
              <a:gd name="connsiteX3-183" fmla="*/ 4941214 w 4974928"/>
              <a:gd name="connsiteY3-184" fmla="*/ 1657097 h 3519374"/>
              <a:gd name="connsiteX4-185" fmla="*/ 4941223 w 4974928"/>
              <a:gd name="connsiteY4-186" fmla="*/ 1862264 h 3519374"/>
              <a:gd name="connsiteX5-187" fmla="*/ 3823789 w 4974928"/>
              <a:gd name="connsiteY5-188" fmla="*/ 3444150 h 3519374"/>
              <a:gd name="connsiteX6-189" fmla="*/ 3678567 w 4974928"/>
              <a:gd name="connsiteY6-190" fmla="*/ 3519374 h 3519374"/>
              <a:gd name="connsiteX7-191" fmla="*/ 177825 w 4974928"/>
              <a:gd name="connsiteY7-192" fmla="*/ 3519374 h 3519374"/>
              <a:gd name="connsiteX8-193" fmla="*/ 0 w 4974928"/>
              <a:gd name="connsiteY8-194" fmla="*/ 3341570 h 3519374"/>
              <a:gd name="connsiteX9-195" fmla="*/ 0 w 4974928"/>
              <a:gd name="connsiteY9-196" fmla="*/ 177754 h 3519374"/>
              <a:gd name="connsiteX10-197" fmla="*/ 177804 w 4974928"/>
              <a:gd name="connsiteY10-198" fmla="*/ 0 h 3519374"/>
              <a:gd name="connsiteX0-199" fmla="*/ 177804 w 4974928"/>
              <a:gd name="connsiteY0-200" fmla="*/ 0 h 3519374"/>
              <a:gd name="connsiteX1-201" fmla="*/ 3678546 w 4974928"/>
              <a:gd name="connsiteY1-202" fmla="*/ 0 h 3519374"/>
              <a:gd name="connsiteX2-203" fmla="*/ 3823780 w 4974928"/>
              <a:gd name="connsiteY2-204" fmla="*/ 75212 h 3519374"/>
              <a:gd name="connsiteX3-205" fmla="*/ 4941214 w 4974928"/>
              <a:gd name="connsiteY3-206" fmla="*/ 1657097 h 3519374"/>
              <a:gd name="connsiteX4-207" fmla="*/ 4941223 w 4974928"/>
              <a:gd name="connsiteY4-208" fmla="*/ 1862264 h 3519374"/>
              <a:gd name="connsiteX5-209" fmla="*/ 3823789 w 4974928"/>
              <a:gd name="connsiteY5-210" fmla="*/ 3444150 h 3519374"/>
              <a:gd name="connsiteX6-211" fmla="*/ 3678567 w 4974928"/>
              <a:gd name="connsiteY6-212" fmla="*/ 3519374 h 3519374"/>
              <a:gd name="connsiteX7-213" fmla="*/ 177825 w 4974928"/>
              <a:gd name="connsiteY7-214" fmla="*/ 3519374 h 3519374"/>
              <a:gd name="connsiteX8-215" fmla="*/ 0 w 4974928"/>
              <a:gd name="connsiteY8-216" fmla="*/ 3341570 h 3519374"/>
              <a:gd name="connsiteX9-217" fmla="*/ 0 w 4974928"/>
              <a:gd name="connsiteY9-218" fmla="*/ 177754 h 3519374"/>
              <a:gd name="connsiteX10-219" fmla="*/ 177804 w 4974928"/>
              <a:gd name="connsiteY10-220" fmla="*/ 0 h 3519374"/>
              <a:gd name="connsiteX0-221" fmla="*/ 177804 w 4974928"/>
              <a:gd name="connsiteY0-222" fmla="*/ 0 h 3519374"/>
              <a:gd name="connsiteX1-223" fmla="*/ 3678546 w 4974928"/>
              <a:gd name="connsiteY1-224" fmla="*/ 0 h 3519374"/>
              <a:gd name="connsiteX2-225" fmla="*/ 3823780 w 4974928"/>
              <a:gd name="connsiteY2-226" fmla="*/ 75212 h 3519374"/>
              <a:gd name="connsiteX3-227" fmla="*/ 4941214 w 4974928"/>
              <a:gd name="connsiteY3-228" fmla="*/ 1657097 h 3519374"/>
              <a:gd name="connsiteX4-229" fmla="*/ 4941223 w 4974928"/>
              <a:gd name="connsiteY4-230" fmla="*/ 1862264 h 3519374"/>
              <a:gd name="connsiteX5-231" fmla="*/ 3823789 w 4974928"/>
              <a:gd name="connsiteY5-232" fmla="*/ 3444150 h 3519374"/>
              <a:gd name="connsiteX6-233" fmla="*/ 3678567 w 4974928"/>
              <a:gd name="connsiteY6-234" fmla="*/ 3519374 h 3519374"/>
              <a:gd name="connsiteX7-235" fmla="*/ 177825 w 4974928"/>
              <a:gd name="connsiteY7-236" fmla="*/ 3519374 h 3519374"/>
              <a:gd name="connsiteX8-237" fmla="*/ 0 w 4974928"/>
              <a:gd name="connsiteY8-238" fmla="*/ 3341570 h 3519374"/>
              <a:gd name="connsiteX9-239" fmla="*/ 0 w 4974928"/>
              <a:gd name="connsiteY9-240" fmla="*/ 177754 h 3519374"/>
              <a:gd name="connsiteX10-241" fmla="*/ 177804 w 4974928"/>
              <a:gd name="connsiteY10-242" fmla="*/ 0 h 3519374"/>
              <a:gd name="connsiteX0-243" fmla="*/ 177804 w 4974928"/>
              <a:gd name="connsiteY0-244" fmla="*/ 0 h 3519374"/>
              <a:gd name="connsiteX1-245" fmla="*/ 3678546 w 4974928"/>
              <a:gd name="connsiteY1-246" fmla="*/ 0 h 3519374"/>
              <a:gd name="connsiteX2-247" fmla="*/ 3823780 w 4974928"/>
              <a:gd name="connsiteY2-248" fmla="*/ 75212 h 3519374"/>
              <a:gd name="connsiteX3-249" fmla="*/ 4941214 w 4974928"/>
              <a:gd name="connsiteY3-250" fmla="*/ 1657097 h 3519374"/>
              <a:gd name="connsiteX4-251" fmla="*/ 4941223 w 4974928"/>
              <a:gd name="connsiteY4-252" fmla="*/ 1862264 h 3519374"/>
              <a:gd name="connsiteX5-253" fmla="*/ 3823789 w 4974928"/>
              <a:gd name="connsiteY5-254" fmla="*/ 3444150 h 3519374"/>
              <a:gd name="connsiteX6-255" fmla="*/ 3678567 w 4974928"/>
              <a:gd name="connsiteY6-256" fmla="*/ 3519374 h 3519374"/>
              <a:gd name="connsiteX7-257" fmla="*/ 177825 w 4974928"/>
              <a:gd name="connsiteY7-258" fmla="*/ 3519374 h 3519374"/>
              <a:gd name="connsiteX8-259" fmla="*/ 0 w 4974928"/>
              <a:gd name="connsiteY8-260" fmla="*/ 3341570 h 3519374"/>
              <a:gd name="connsiteX9-261" fmla="*/ 0 w 4974928"/>
              <a:gd name="connsiteY9-262" fmla="*/ 177754 h 3519374"/>
              <a:gd name="connsiteX10-263" fmla="*/ 177804 w 4974928"/>
              <a:gd name="connsiteY10-264" fmla="*/ 0 h 3519374"/>
              <a:gd name="connsiteX0-265" fmla="*/ 177804 w 4974928"/>
              <a:gd name="connsiteY0-266" fmla="*/ 0 h 3519374"/>
              <a:gd name="connsiteX1-267" fmla="*/ 3678546 w 4974928"/>
              <a:gd name="connsiteY1-268" fmla="*/ 0 h 3519374"/>
              <a:gd name="connsiteX2-269" fmla="*/ 3823780 w 4974928"/>
              <a:gd name="connsiteY2-270" fmla="*/ 75212 h 3519374"/>
              <a:gd name="connsiteX3-271" fmla="*/ 4941214 w 4974928"/>
              <a:gd name="connsiteY3-272" fmla="*/ 1657097 h 3519374"/>
              <a:gd name="connsiteX4-273" fmla="*/ 4941223 w 4974928"/>
              <a:gd name="connsiteY4-274" fmla="*/ 1862264 h 3519374"/>
              <a:gd name="connsiteX5-275" fmla="*/ 3823789 w 4974928"/>
              <a:gd name="connsiteY5-276" fmla="*/ 3444150 h 3519374"/>
              <a:gd name="connsiteX6-277" fmla="*/ 3678567 w 4974928"/>
              <a:gd name="connsiteY6-278" fmla="*/ 3519374 h 3519374"/>
              <a:gd name="connsiteX7-279" fmla="*/ 177825 w 4974928"/>
              <a:gd name="connsiteY7-280" fmla="*/ 3519374 h 3519374"/>
              <a:gd name="connsiteX8-281" fmla="*/ 0 w 4974928"/>
              <a:gd name="connsiteY8-282" fmla="*/ 3341570 h 3519374"/>
              <a:gd name="connsiteX9-283" fmla="*/ 0 w 4974928"/>
              <a:gd name="connsiteY9-284" fmla="*/ 177754 h 3519374"/>
              <a:gd name="connsiteX10-285" fmla="*/ 177804 w 4974928"/>
              <a:gd name="connsiteY10-286" fmla="*/ 0 h 3519374"/>
              <a:gd name="connsiteX0-287" fmla="*/ 177804 w 4974928"/>
              <a:gd name="connsiteY0-288" fmla="*/ 0 h 3519374"/>
              <a:gd name="connsiteX1-289" fmla="*/ 3678546 w 4974928"/>
              <a:gd name="connsiteY1-290" fmla="*/ 0 h 3519374"/>
              <a:gd name="connsiteX2-291" fmla="*/ 3823780 w 4974928"/>
              <a:gd name="connsiteY2-292" fmla="*/ 75212 h 3519374"/>
              <a:gd name="connsiteX3-293" fmla="*/ 4941214 w 4974928"/>
              <a:gd name="connsiteY3-294" fmla="*/ 1657097 h 3519374"/>
              <a:gd name="connsiteX4-295" fmla="*/ 4941223 w 4974928"/>
              <a:gd name="connsiteY4-296" fmla="*/ 1862264 h 3519374"/>
              <a:gd name="connsiteX5-297" fmla="*/ 3823789 w 4974928"/>
              <a:gd name="connsiteY5-298" fmla="*/ 3444150 h 3519374"/>
              <a:gd name="connsiteX6-299" fmla="*/ 3678567 w 4974928"/>
              <a:gd name="connsiteY6-300" fmla="*/ 3519374 h 3519374"/>
              <a:gd name="connsiteX7-301" fmla="*/ 177825 w 4974928"/>
              <a:gd name="connsiteY7-302" fmla="*/ 3519374 h 3519374"/>
              <a:gd name="connsiteX8-303" fmla="*/ 0 w 4974928"/>
              <a:gd name="connsiteY8-304" fmla="*/ 3341570 h 3519374"/>
              <a:gd name="connsiteX9-305" fmla="*/ 0 w 4974928"/>
              <a:gd name="connsiteY9-306" fmla="*/ 177754 h 3519374"/>
              <a:gd name="connsiteX10-307" fmla="*/ 177804 w 4974928"/>
              <a:gd name="connsiteY10-308" fmla="*/ 0 h 3519374"/>
              <a:gd name="connsiteX0-309" fmla="*/ 177804 w 4974928"/>
              <a:gd name="connsiteY0-310" fmla="*/ 0 h 3519374"/>
              <a:gd name="connsiteX1-311" fmla="*/ 3678546 w 4974928"/>
              <a:gd name="connsiteY1-312" fmla="*/ 0 h 3519374"/>
              <a:gd name="connsiteX2-313" fmla="*/ 3823780 w 4974928"/>
              <a:gd name="connsiteY2-314" fmla="*/ 75212 h 3519374"/>
              <a:gd name="connsiteX3-315" fmla="*/ 4941214 w 4974928"/>
              <a:gd name="connsiteY3-316" fmla="*/ 1657097 h 3519374"/>
              <a:gd name="connsiteX4-317" fmla="*/ 4941223 w 4974928"/>
              <a:gd name="connsiteY4-318" fmla="*/ 1862264 h 3519374"/>
              <a:gd name="connsiteX5-319" fmla="*/ 3823789 w 4974928"/>
              <a:gd name="connsiteY5-320" fmla="*/ 3444150 h 3519374"/>
              <a:gd name="connsiteX6-321" fmla="*/ 3678567 w 4974928"/>
              <a:gd name="connsiteY6-322" fmla="*/ 3519374 h 3519374"/>
              <a:gd name="connsiteX7-323" fmla="*/ 177825 w 4974928"/>
              <a:gd name="connsiteY7-324" fmla="*/ 3519374 h 3519374"/>
              <a:gd name="connsiteX8-325" fmla="*/ 0 w 4974928"/>
              <a:gd name="connsiteY8-326" fmla="*/ 3341570 h 3519374"/>
              <a:gd name="connsiteX9-327" fmla="*/ 0 w 4974928"/>
              <a:gd name="connsiteY9-328" fmla="*/ 177754 h 3519374"/>
              <a:gd name="connsiteX10-329" fmla="*/ 177804 w 4974928"/>
              <a:gd name="connsiteY10-330" fmla="*/ 0 h 3519374"/>
              <a:gd name="connsiteX0-331" fmla="*/ 177804 w 4974928"/>
              <a:gd name="connsiteY0-332" fmla="*/ 0 h 3519374"/>
              <a:gd name="connsiteX1-333" fmla="*/ 3678546 w 4974928"/>
              <a:gd name="connsiteY1-334" fmla="*/ 0 h 3519374"/>
              <a:gd name="connsiteX2-335" fmla="*/ 3823780 w 4974928"/>
              <a:gd name="connsiteY2-336" fmla="*/ 75212 h 3519374"/>
              <a:gd name="connsiteX3-337" fmla="*/ 4941214 w 4974928"/>
              <a:gd name="connsiteY3-338" fmla="*/ 1657097 h 3519374"/>
              <a:gd name="connsiteX4-339" fmla="*/ 4941223 w 4974928"/>
              <a:gd name="connsiteY4-340" fmla="*/ 1862264 h 3519374"/>
              <a:gd name="connsiteX5-341" fmla="*/ 3823789 w 4974928"/>
              <a:gd name="connsiteY5-342" fmla="*/ 3444150 h 3519374"/>
              <a:gd name="connsiteX6-343" fmla="*/ 3678567 w 4974928"/>
              <a:gd name="connsiteY6-344" fmla="*/ 3519374 h 3519374"/>
              <a:gd name="connsiteX7-345" fmla="*/ 177825 w 4974928"/>
              <a:gd name="connsiteY7-346" fmla="*/ 3519374 h 3519374"/>
              <a:gd name="connsiteX8-347" fmla="*/ 0 w 4974928"/>
              <a:gd name="connsiteY8-348" fmla="*/ 3341570 h 3519374"/>
              <a:gd name="connsiteX9-349" fmla="*/ 0 w 4974928"/>
              <a:gd name="connsiteY9-350" fmla="*/ 177754 h 3519374"/>
              <a:gd name="connsiteX10-351" fmla="*/ 177804 w 4974928"/>
              <a:gd name="connsiteY10-352" fmla="*/ 0 h 3519374"/>
              <a:gd name="connsiteX0-353" fmla="*/ 177804 w 4974928"/>
              <a:gd name="connsiteY0-354" fmla="*/ 0 h 3519374"/>
              <a:gd name="connsiteX1-355" fmla="*/ 3678546 w 4974928"/>
              <a:gd name="connsiteY1-356" fmla="*/ 0 h 3519374"/>
              <a:gd name="connsiteX2-357" fmla="*/ 3823780 w 4974928"/>
              <a:gd name="connsiteY2-358" fmla="*/ 75212 h 3519374"/>
              <a:gd name="connsiteX3-359" fmla="*/ 4941214 w 4974928"/>
              <a:gd name="connsiteY3-360" fmla="*/ 1657097 h 3519374"/>
              <a:gd name="connsiteX4-361" fmla="*/ 4941223 w 4974928"/>
              <a:gd name="connsiteY4-362" fmla="*/ 1862264 h 3519374"/>
              <a:gd name="connsiteX5-363" fmla="*/ 3823789 w 4974928"/>
              <a:gd name="connsiteY5-364" fmla="*/ 3444150 h 3519374"/>
              <a:gd name="connsiteX6-365" fmla="*/ 3678567 w 4974928"/>
              <a:gd name="connsiteY6-366" fmla="*/ 3519374 h 3519374"/>
              <a:gd name="connsiteX7-367" fmla="*/ 177825 w 4974928"/>
              <a:gd name="connsiteY7-368" fmla="*/ 3519374 h 3519374"/>
              <a:gd name="connsiteX8-369" fmla="*/ 0 w 4974928"/>
              <a:gd name="connsiteY8-370" fmla="*/ 3341570 h 3519374"/>
              <a:gd name="connsiteX9-371" fmla="*/ 0 w 4974928"/>
              <a:gd name="connsiteY9-372" fmla="*/ 177754 h 3519374"/>
              <a:gd name="connsiteX10-373" fmla="*/ 177804 w 4974928"/>
              <a:gd name="connsiteY10-374" fmla="*/ 0 h 3519374"/>
              <a:gd name="connsiteX0-375" fmla="*/ 177804 w 4974928"/>
              <a:gd name="connsiteY0-376" fmla="*/ 0 h 3519374"/>
              <a:gd name="connsiteX1-377" fmla="*/ 3678546 w 4974928"/>
              <a:gd name="connsiteY1-378" fmla="*/ 0 h 3519374"/>
              <a:gd name="connsiteX2-379" fmla="*/ 3823780 w 4974928"/>
              <a:gd name="connsiteY2-380" fmla="*/ 75212 h 3519374"/>
              <a:gd name="connsiteX3-381" fmla="*/ 4941214 w 4974928"/>
              <a:gd name="connsiteY3-382" fmla="*/ 1657097 h 3519374"/>
              <a:gd name="connsiteX4-383" fmla="*/ 4941223 w 4974928"/>
              <a:gd name="connsiteY4-384" fmla="*/ 1862264 h 3519374"/>
              <a:gd name="connsiteX5-385" fmla="*/ 3823789 w 4974928"/>
              <a:gd name="connsiteY5-386" fmla="*/ 3444150 h 3519374"/>
              <a:gd name="connsiteX6-387" fmla="*/ 3678567 w 4974928"/>
              <a:gd name="connsiteY6-388" fmla="*/ 3519374 h 3519374"/>
              <a:gd name="connsiteX7-389" fmla="*/ 177825 w 4974928"/>
              <a:gd name="connsiteY7-390" fmla="*/ 3519374 h 3519374"/>
              <a:gd name="connsiteX8-391" fmla="*/ 0 w 4974928"/>
              <a:gd name="connsiteY8-392" fmla="*/ 3341570 h 3519374"/>
              <a:gd name="connsiteX9-393" fmla="*/ 0 w 4974928"/>
              <a:gd name="connsiteY9-394" fmla="*/ 177754 h 3519374"/>
              <a:gd name="connsiteX10-395" fmla="*/ 177804 w 4974928"/>
              <a:gd name="connsiteY10-396" fmla="*/ 0 h 3519374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</a:cxnLst>
            <a:rect l="l" t="t" r="r" b="b"/>
            <a:pathLst>
              <a:path w="4974928" h="3519374">
                <a:moveTo>
                  <a:pt x="177804" y="0"/>
                </a:moveTo>
                <a:cubicBezTo>
                  <a:pt x="281958" y="0"/>
                  <a:pt x="3619635" y="0"/>
                  <a:pt x="3678546" y="0"/>
                </a:cubicBezTo>
                <a:cubicBezTo>
                  <a:pt x="3737459" y="0"/>
                  <a:pt x="3789791" y="27094"/>
                  <a:pt x="3823780" y="75212"/>
                </a:cubicBezTo>
                <a:cubicBezTo>
                  <a:pt x="3857771" y="123329"/>
                  <a:pt x="4896269" y="1593470"/>
                  <a:pt x="4941214" y="1657097"/>
                </a:cubicBezTo>
                <a:cubicBezTo>
                  <a:pt x="4986161" y="1720725"/>
                  <a:pt x="4986170" y="1798637"/>
                  <a:pt x="4941223" y="1862264"/>
                </a:cubicBezTo>
                <a:cubicBezTo>
                  <a:pt x="4896278" y="1925892"/>
                  <a:pt x="3857780" y="3396033"/>
                  <a:pt x="3823789" y="3444150"/>
                </a:cubicBezTo>
                <a:cubicBezTo>
                  <a:pt x="3789800" y="3492267"/>
                  <a:pt x="3737480" y="3519374"/>
                  <a:pt x="3678567" y="3519374"/>
                </a:cubicBezTo>
                <a:cubicBezTo>
                  <a:pt x="3619656" y="3519374"/>
                  <a:pt x="281981" y="3519374"/>
                  <a:pt x="177825" y="3519374"/>
                </a:cubicBezTo>
                <a:cubicBezTo>
                  <a:pt x="73671" y="3519374"/>
                  <a:pt x="1" y="3445725"/>
                  <a:pt x="0" y="3341570"/>
                </a:cubicBezTo>
                <a:cubicBezTo>
                  <a:pt x="1" y="3237416"/>
                  <a:pt x="1" y="281908"/>
                  <a:pt x="0" y="177754"/>
                </a:cubicBezTo>
                <a:cubicBezTo>
                  <a:pt x="1" y="73599"/>
                  <a:pt x="73649" y="0"/>
                  <a:pt x="177804" y="0"/>
                </a:cubicBezTo>
                <a:close/>
              </a:path>
            </a:pathLst>
          </a:custGeom>
          <a:gradFill>
            <a:gsLst>
              <a:gs pos="30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3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45720" rIns="1368000" bIns="45720" numCol="1" spcCol="0" rtlCol="0" fromWordArt="0" anchor="ctr" anchorCtr="0" forceAA="0" compatLnSpc="1">
            <a:normAutofit/>
          </a:bodyPr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b="1" i="1" u="sng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Background</a:t>
            </a:r>
            <a:endParaRPr lang="en-US" altLang="en-US" sz="4500" b="1" i="1" u="sng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Rising student stress</a:t>
            </a:r>
            <a:endParaRPr lang="en-US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Emotional burnout increasing</a:t>
            </a:r>
            <a:endParaRPr lang="en-US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Need for wellness support</a:t>
            </a:r>
            <a:endParaRPr lang="en-US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Psychology + philosophy integration</a:t>
            </a:r>
            <a:endParaRPr lang="en-US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en-US" altLang="en-US" sz="225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b="1" i="1" u="sng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Motivation</a:t>
            </a:r>
            <a:endParaRPr lang="en-US" altLang="en-US" sz="3600" b="1" i="1" u="sng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Bhagavad Gita builds resilience</a:t>
            </a:r>
            <a:endParaRPr lang="en-US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Need for cultural wellness guidance</a:t>
            </a:r>
            <a:endParaRPr lang="en-US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Apps rely on cloud storage</a:t>
            </a:r>
            <a:endParaRPr lang="en-US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Privacy concerns in existing apps</a:t>
            </a:r>
            <a:endParaRPr lang="en-US" altLang="en-US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6" name="椭圆 1"/>
          <p:cNvSpPr/>
          <p:nvPr>
            <p:custDataLst>
              <p:tags r:id="rId4"/>
            </p:custDataLst>
          </p:nvPr>
        </p:nvSpPr>
        <p:spPr>
          <a:xfrm>
            <a:off x="4700994" y="2504018"/>
            <a:ext cx="2789710" cy="278971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p>
            <a:pPr algn="ctr"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rPr>
              <a:t>Bhagvad Mood Journal</a:t>
            </a:r>
            <a:endParaRPr lang="en-US" sz="2400" b="1" dirty="0">
              <a:solidFill>
                <a:schemeClr val="lt1">
                  <a:lumMod val="100000"/>
                </a:schemeClr>
              </a:solidFill>
              <a:latin typeface="+mj-lt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Problem Statement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463040"/>
            <a:ext cx="10566400" cy="4476115"/>
          </a:xfrm>
        </p:spPr>
        <p:txBody>
          <a:bodyPr/>
          <a:p>
            <a:pPr>
              <a:lnSpc>
                <a:spcPct val="85000"/>
              </a:lnSpc>
              <a:spcBef>
                <a:spcPts val="2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en-US" altLang="en-US" sz="1800"/>
              <a:t>Designed for all age groups above 10 years</a:t>
            </a:r>
            <a:endParaRPr lang="en-US" altLang="en-US" sz="1800"/>
          </a:p>
          <a:p>
            <a:pPr>
              <a:lnSpc>
                <a:spcPct val="85000"/>
              </a:lnSpc>
              <a:spcBef>
                <a:spcPts val="20"/>
              </a:spcBef>
              <a:spcAft>
                <a:spcPts val="0"/>
              </a:spcAft>
              <a:buFont typeface="Arial" panose="020B0604020202020204"/>
              <a:buChar char="•"/>
            </a:pPr>
            <a:endParaRPr lang="en-US" altLang="en-US" sz="1800"/>
          </a:p>
          <a:p>
            <a:pPr>
              <a:lnSpc>
                <a:spcPct val="85000"/>
              </a:lnSpc>
              <a:spcBef>
                <a:spcPts val="2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en-US" altLang="en-US" sz="1800"/>
              <a:t>Supports students, professionals, elderly, and remote users</a:t>
            </a:r>
            <a:endParaRPr lang="en-US" altLang="en-US" sz="1800"/>
          </a:p>
          <a:p>
            <a:pPr>
              <a:lnSpc>
                <a:spcPct val="85000"/>
              </a:lnSpc>
              <a:spcBef>
                <a:spcPts val="20"/>
              </a:spcBef>
              <a:spcAft>
                <a:spcPts val="0"/>
              </a:spcAft>
              <a:buFont typeface="Arial" panose="020B0604020202020204"/>
              <a:buChar char="•"/>
            </a:pPr>
            <a:endParaRPr lang="en-US" altLang="en-US" sz="1800"/>
          </a:p>
          <a:p>
            <a:pPr>
              <a:lnSpc>
                <a:spcPct val="85000"/>
              </a:lnSpc>
              <a:spcBef>
                <a:spcPts val="2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en-US" altLang="en-US" sz="1800"/>
              <a:t>Existing apps depend on cloud storage</a:t>
            </a:r>
            <a:endParaRPr lang="en-US" altLang="en-US" sz="1800"/>
          </a:p>
          <a:p>
            <a:pPr>
              <a:lnSpc>
                <a:spcPct val="85000"/>
              </a:lnSpc>
              <a:spcBef>
                <a:spcPts val="20"/>
              </a:spcBef>
              <a:spcAft>
                <a:spcPts val="0"/>
              </a:spcAft>
              <a:buFont typeface="Arial" panose="020B0604020202020204"/>
              <a:buChar char="•"/>
            </a:pPr>
            <a:endParaRPr lang="en-US" altLang="en-US" sz="1800"/>
          </a:p>
          <a:p>
            <a:pPr>
              <a:lnSpc>
                <a:spcPct val="85000"/>
              </a:lnSpc>
              <a:spcBef>
                <a:spcPts val="2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en-US" altLang="en-US" sz="1800"/>
              <a:t>Privacy risks for emotional data</a:t>
            </a:r>
            <a:endParaRPr lang="en-US" altLang="en-US" sz="1800"/>
          </a:p>
          <a:p>
            <a:pPr>
              <a:lnSpc>
                <a:spcPct val="85000"/>
              </a:lnSpc>
              <a:spcBef>
                <a:spcPts val="20"/>
              </a:spcBef>
              <a:spcAft>
                <a:spcPts val="0"/>
              </a:spcAft>
              <a:buFont typeface="Arial" panose="020B0604020202020204"/>
              <a:buChar char="•"/>
            </a:pPr>
            <a:endParaRPr lang="en-US" altLang="en-US" sz="1800"/>
          </a:p>
          <a:p>
            <a:pPr>
              <a:lnSpc>
                <a:spcPct val="85000"/>
              </a:lnSpc>
              <a:spcBef>
                <a:spcPts val="2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en-US" altLang="en-US" sz="1800"/>
              <a:t>Generic mood tracking systems</a:t>
            </a:r>
            <a:endParaRPr lang="en-US" altLang="en-US" sz="1800"/>
          </a:p>
          <a:p>
            <a:pPr>
              <a:lnSpc>
                <a:spcPct val="85000"/>
              </a:lnSpc>
              <a:spcBef>
                <a:spcPts val="20"/>
              </a:spcBef>
              <a:spcAft>
                <a:spcPts val="0"/>
              </a:spcAft>
              <a:buFont typeface="Arial" panose="020B0604020202020204"/>
              <a:buChar char="•"/>
            </a:pPr>
            <a:endParaRPr lang="en-US" altLang="en-US" sz="1800"/>
          </a:p>
          <a:p>
            <a:pPr>
              <a:lnSpc>
                <a:spcPct val="85000"/>
              </a:lnSpc>
              <a:spcBef>
                <a:spcPts val="2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en-US" altLang="en-US" sz="1800"/>
              <a:t>Lack of spiritual wellness guidance</a:t>
            </a:r>
            <a:endParaRPr lang="en-US" altLang="en-US" sz="1800"/>
          </a:p>
          <a:p>
            <a:pPr>
              <a:lnSpc>
                <a:spcPct val="85000"/>
              </a:lnSpc>
              <a:spcBef>
                <a:spcPts val="20"/>
              </a:spcBef>
              <a:spcAft>
                <a:spcPts val="0"/>
              </a:spcAft>
              <a:buFont typeface="Arial" panose="020B0604020202020204"/>
              <a:buChar char="•"/>
            </a:pPr>
            <a:endParaRPr lang="en-US" altLang="en-US" sz="1800"/>
          </a:p>
          <a:p>
            <a:pPr>
              <a:lnSpc>
                <a:spcPct val="85000"/>
              </a:lnSpc>
              <a:spcBef>
                <a:spcPts val="2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en-US" altLang="en-US" sz="1800"/>
              <a:t>Weak distress detection support</a:t>
            </a:r>
            <a:endParaRPr lang="en-US" altLang="en-US" sz="1800"/>
          </a:p>
          <a:p>
            <a:pPr>
              <a:lnSpc>
                <a:spcPct val="85000"/>
              </a:lnSpc>
              <a:spcBef>
                <a:spcPts val="20"/>
              </a:spcBef>
              <a:spcAft>
                <a:spcPts val="0"/>
              </a:spcAft>
              <a:buFont typeface="Arial" panose="020B0604020202020204"/>
              <a:buChar char="•"/>
            </a:pPr>
            <a:endParaRPr lang="en-US" altLang="en-US" sz="1800"/>
          </a:p>
          <a:p>
            <a:pPr>
              <a:lnSpc>
                <a:spcPct val="85000"/>
              </a:lnSpc>
              <a:spcBef>
                <a:spcPts val="2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en-US" altLang="en-US" sz="1800"/>
              <a:t>Need for secure offline wellness platform</a:t>
            </a:r>
            <a:endParaRPr lang="en-US" altLang="en-US" sz="1800"/>
          </a:p>
          <a:p>
            <a:pPr>
              <a:lnSpc>
                <a:spcPct val="85000"/>
              </a:lnSpc>
              <a:spcBef>
                <a:spcPts val="20"/>
              </a:spcBef>
              <a:spcAft>
                <a:spcPts val="0"/>
              </a:spcAft>
              <a:buFont typeface="Arial" panose="020B0604020202020204"/>
              <a:buChar char="•"/>
            </a:pPr>
            <a:endParaRPr lang="en-US" altLang="en-US" sz="1800"/>
          </a:p>
          <a:p>
            <a:pPr>
              <a:lnSpc>
                <a:spcPct val="85000"/>
              </a:lnSpc>
              <a:spcBef>
                <a:spcPts val="20"/>
              </a:spcBef>
              <a:spcAft>
                <a:spcPts val="0"/>
              </a:spcAft>
              <a:buFont typeface="Arial" panose="020B0604020202020204"/>
              <a:buChar char="•"/>
            </a:pPr>
            <a:r>
              <a:rPr lang="en-US" altLang="en-US" sz="1800"/>
              <a:t>Combines NLP with Bhagavad Gita guidance</a:t>
            </a:r>
            <a:endParaRPr lang="en-US" altLang="en-US" sz="1800"/>
          </a:p>
          <a:p>
            <a:pPr>
              <a:lnSpc>
                <a:spcPct val="85000"/>
              </a:lnSpc>
              <a:spcBef>
                <a:spcPts val="20"/>
              </a:spcBef>
              <a:spcAft>
                <a:spcPts val="0"/>
              </a:spcAft>
            </a:pPr>
            <a:endParaRPr lang="en-US" altLang="en-US" sz="180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 dirty="0">
                <a:latin typeface="+mj-lt"/>
              </a:rPr>
              <a:t>Objectives</a:t>
            </a:r>
            <a:endParaRPr lang="en-US" spc="0" dirty="0">
              <a:latin typeface="+mj-lt"/>
            </a:endParaRPr>
          </a:p>
        </p:txBody>
      </p:sp>
      <p:sp>
        <p:nvSpPr>
          <p:cNvPr id="12" name="图形 4"/>
          <p:cNvSpPr/>
          <p:nvPr>
            <p:custDataLst>
              <p:tags r:id="rId2"/>
            </p:custDataLst>
          </p:nvPr>
        </p:nvSpPr>
        <p:spPr>
          <a:xfrm flipH="1">
            <a:off x="5393245" y="1849404"/>
            <a:ext cx="1791663" cy="1488396"/>
          </a:xfrm>
          <a:custGeom>
            <a:avLst/>
            <a:gdLst>
              <a:gd name="connsiteX0" fmla="*/ 0 w 1791590"/>
              <a:gd name="connsiteY0" fmla="*/ 0 h 1488335"/>
              <a:gd name="connsiteX1" fmla="*/ 1382445 w 1791590"/>
              <a:gd name="connsiteY1" fmla="*/ 1488336 h 1488335"/>
              <a:gd name="connsiteX2" fmla="*/ 1791591 w 1791590"/>
              <a:gd name="connsiteY2" fmla="*/ 197814 h 1488335"/>
              <a:gd name="connsiteX3" fmla="*/ 0 w 1791590"/>
              <a:gd name="connsiteY3" fmla="*/ 0 h 148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590" h="1488335">
                <a:moveTo>
                  <a:pt x="0" y="0"/>
                </a:moveTo>
                <a:cubicBezTo>
                  <a:pt x="0" y="0"/>
                  <a:pt x="141038" y="1149484"/>
                  <a:pt x="1382445" y="1488336"/>
                </a:cubicBezTo>
                <a:cubicBezTo>
                  <a:pt x="1382445" y="1488336"/>
                  <a:pt x="1382445" y="712401"/>
                  <a:pt x="1791591" y="197814"/>
                </a:cubicBezTo>
                <a:cubicBezTo>
                  <a:pt x="1791591" y="197363"/>
                  <a:pt x="733579" y="529006"/>
                  <a:pt x="0" y="0"/>
                </a:cubicBezTo>
                <a:close/>
              </a:path>
            </a:pathLst>
          </a:custGeom>
          <a:solidFill>
            <a:schemeClr val="accent2">
              <a:lumMod val="90000"/>
              <a:lumOff val="10000"/>
            </a:schemeClr>
          </a:solidFill>
          <a:ln w="4499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图形 8"/>
          <p:cNvSpPr/>
          <p:nvPr>
            <p:custDataLst>
              <p:tags r:id="rId3"/>
            </p:custDataLst>
          </p:nvPr>
        </p:nvSpPr>
        <p:spPr>
          <a:xfrm rot="18000000" flipH="1">
            <a:off x="4301001" y="2252010"/>
            <a:ext cx="1791662" cy="1488396"/>
          </a:xfrm>
          <a:custGeom>
            <a:avLst/>
            <a:gdLst>
              <a:gd name="connsiteX0" fmla="*/ 0 w 1791589"/>
              <a:gd name="connsiteY0" fmla="*/ 0 h 1488335"/>
              <a:gd name="connsiteX1" fmla="*/ 1382444 w 1791589"/>
              <a:gd name="connsiteY1" fmla="*/ 1488336 h 1488335"/>
              <a:gd name="connsiteX2" fmla="*/ 1791590 w 1791589"/>
              <a:gd name="connsiteY2" fmla="*/ 197814 h 1488335"/>
              <a:gd name="connsiteX3" fmla="*/ 0 w 1791589"/>
              <a:gd name="connsiteY3" fmla="*/ 0 h 148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589" h="1488335">
                <a:moveTo>
                  <a:pt x="0" y="0"/>
                </a:moveTo>
                <a:cubicBezTo>
                  <a:pt x="0" y="0"/>
                  <a:pt x="141038" y="1149484"/>
                  <a:pt x="1382444" y="1488336"/>
                </a:cubicBezTo>
                <a:cubicBezTo>
                  <a:pt x="1382444" y="1488336"/>
                  <a:pt x="1382444" y="712401"/>
                  <a:pt x="1791590" y="197814"/>
                </a:cubicBezTo>
                <a:cubicBezTo>
                  <a:pt x="1791590" y="197363"/>
                  <a:pt x="733578" y="52900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4499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7" name="图形 9"/>
          <p:cNvSpPr/>
          <p:nvPr>
            <p:custDataLst>
              <p:tags r:id="rId4"/>
            </p:custDataLst>
          </p:nvPr>
        </p:nvSpPr>
        <p:spPr>
          <a:xfrm rot="14400000" flipH="1">
            <a:off x="4108588" y="3397597"/>
            <a:ext cx="1791663" cy="1488396"/>
          </a:xfrm>
          <a:custGeom>
            <a:avLst/>
            <a:gdLst>
              <a:gd name="connsiteX0" fmla="*/ 0 w 1791590"/>
              <a:gd name="connsiteY0" fmla="*/ 0 h 1488335"/>
              <a:gd name="connsiteX1" fmla="*/ 1382445 w 1791590"/>
              <a:gd name="connsiteY1" fmla="*/ 1488336 h 1488335"/>
              <a:gd name="connsiteX2" fmla="*/ 1791591 w 1791590"/>
              <a:gd name="connsiteY2" fmla="*/ 197814 h 1488335"/>
              <a:gd name="connsiteX3" fmla="*/ 0 w 1791590"/>
              <a:gd name="connsiteY3" fmla="*/ 0 h 148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590" h="1488335">
                <a:moveTo>
                  <a:pt x="0" y="0"/>
                </a:moveTo>
                <a:cubicBezTo>
                  <a:pt x="0" y="0"/>
                  <a:pt x="141038" y="1149484"/>
                  <a:pt x="1382445" y="1488336"/>
                </a:cubicBezTo>
                <a:cubicBezTo>
                  <a:pt x="1382445" y="1488336"/>
                  <a:pt x="1382445" y="712401"/>
                  <a:pt x="1791591" y="197814"/>
                </a:cubicBezTo>
                <a:cubicBezTo>
                  <a:pt x="1791591" y="197363"/>
                  <a:pt x="733579" y="529006"/>
                  <a:pt x="0" y="0"/>
                </a:cubicBezTo>
                <a:close/>
              </a:path>
            </a:pathLst>
          </a:custGeom>
          <a:solidFill>
            <a:schemeClr val="accent3">
              <a:lumMod val="50000"/>
              <a:lumOff val="50000"/>
            </a:schemeClr>
          </a:solidFill>
          <a:ln w="4499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8" name="图形 10"/>
          <p:cNvSpPr/>
          <p:nvPr>
            <p:custDataLst>
              <p:tags r:id="rId5"/>
            </p:custDataLst>
          </p:nvPr>
        </p:nvSpPr>
        <p:spPr>
          <a:xfrm rot="10800000" flipH="1">
            <a:off x="5003339" y="4141847"/>
            <a:ext cx="1791663" cy="1488395"/>
          </a:xfrm>
          <a:custGeom>
            <a:avLst/>
            <a:gdLst>
              <a:gd name="connsiteX0" fmla="*/ 0 w 1791590"/>
              <a:gd name="connsiteY0" fmla="*/ 0 h 1488334"/>
              <a:gd name="connsiteX1" fmla="*/ 1382445 w 1791590"/>
              <a:gd name="connsiteY1" fmla="*/ 1488335 h 1488334"/>
              <a:gd name="connsiteX2" fmla="*/ 1791591 w 1791590"/>
              <a:gd name="connsiteY2" fmla="*/ 197814 h 1488334"/>
              <a:gd name="connsiteX3" fmla="*/ 0 w 1791590"/>
              <a:gd name="connsiteY3" fmla="*/ 0 h 14883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590" h="1488334">
                <a:moveTo>
                  <a:pt x="0" y="0"/>
                </a:moveTo>
                <a:cubicBezTo>
                  <a:pt x="0" y="0"/>
                  <a:pt x="141038" y="1149483"/>
                  <a:pt x="1382445" y="1488335"/>
                </a:cubicBezTo>
                <a:cubicBezTo>
                  <a:pt x="1382445" y="1488335"/>
                  <a:pt x="1382445" y="712400"/>
                  <a:pt x="1791591" y="197814"/>
                </a:cubicBezTo>
                <a:cubicBezTo>
                  <a:pt x="1791591" y="197363"/>
                  <a:pt x="733579" y="529006"/>
                  <a:pt x="0" y="0"/>
                </a:cubicBezTo>
                <a:close/>
              </a:path>
            </a:pathLst>
          </a:custGeom>
          <a:solidFill>
            <a:schemeClr val="accent5">
              <a:lumMod val="60000"/>
              <a:lumOff val="40000"/>
            </a:schemeClr>
          </a:solidFill>
          <a:ln w="4499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0" name="图形 11"/>
          <p:cNvSpPr/>
          <p:nvPr>
            <p:custDataLst>
              <p:tags r:id="rId6"/>
            </p:custDataLst>
          </p:nvPr>
        </p:nvSpPr>
        <p:spPr>
          <a:xfrm rot="7200000" flipH="1">
            <a:off x="6093679" y="3739876"/>
            <a:ext cx="1791663" cy="1488396"/>
          </a:xfrm>
          <a:custGeom>
            <a:avLst/>
            <a:gdLst>
              <a:gd name="connsiteX0" fmla="*/ 0 w 1791590"/>
              <a:gd name="connsiteY0" fmla="*/ 0 h 1488335"/>
              <a:gd name="connsiteX1" fmla="*/ 1382445 w 1791590"/>
              <a:gd name="connsiteY1" fmla="*/ 1488336 h 1488335"/>
              <a:gd name="connsiteX2" fmla="*/ 1791591 w 1791590"/>
              <a:gd name="connsiteY2" fmla="*/ 197814 h 1488335"/>
              <a:gd name="connsiteX3" fmla="*/ 0 w 1791590"/>
              <a:gd name="connsiteY3" fmla="*/ 0 h 148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590" h="1488335">
                <a:moveTo>
                  <a:pt x="0" y="0"/>
                </a:moveTo>
                <a:cubicBezTo>
                  <a:pt x="0" y="0"/>
                  <a:pt x="141038" y="1149484"/>
                  <a:pt x="1382445" y="1488336"/>
                </a:cubicBezTo>
                <a:cubicBezTo>
                  <a:pt x="1382445" y="1488336"/>
                  <a:pt x="1382445" y="712401"/>
                  <a:pt x="1791591" y="197814"/>
                </a:cubicBezTo>
                <a:cubicBezTo>
                  <a:pt x="1791591" y="197363"/>
                  <a:pt x="733579" y="529006"/>
                  <a:pt x="0" y="0"/>
                </a:cubicBezTo>
                <a:close/>
              </a:path>
            </a:pathLst>
          </a:custGeom>
          <a:solidFill>
            <a:schemeClr val="accent6">
              <a:lumMod val="70000"/>
              <a:lumOff val="30000"/>
            </a:schemeClr>
          </a:solidFill>
          <a:ln w="4499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1" name="图形 12"/>
          <p:cNvSpPr/>
          <p:nvPr>
            <p:custDataLst>
              <p:tags r:id="rId7"/>
            </p:custDataLst>
          </p:nvPr>
        </p:nvSpPr>
        <p:spPr>
          <a:xfrm rot="14381597" flipV="1">
            <a:off x="6290537" y="2594289"/>
            <a:ext cx="1791663" cy="1488396"/>
          </a:xfrm>
          <a:custGeom>
            <a:avLst/>
            <a:gdLst>
              <a:gd name="connsiteX0" fmla="*/ 0 w 1791590"/>
              <a:gd name="connsiteY0" fmla="*/ 0 h 1488335"/>
              <a:gd name="connsiteX1" fmla="*/ 1382445 w 1791590"/>
              <a:gd name="connsiteY1" fmla="*/ 1488336 h 1488335"/>
              <a:gd name="connsiteX2" fmla="*/ 1791591 w 1791590"/>
              <a:gd name="connsiteY2" fmla="*/ 197814 h 1488335"/>
              <a:gd name="connsiteX3" fmla="*/ 0 w 1791590"/>
              <a:gd name="connsiteY3" fmla="*/ 0 h 14883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791590" h="1488335">
                <a:moveTo>
                  <a:pt x="0" y="0"/>
                </a:moveTo>
                <a:cubicBezTo>
                  <a:pt x="0" y="0"/>
                  <a:pt x="141038" y="1149484"/>
                  <a:pt x="1382445" y="1488336"/>
                </a:cubicBezTo>
                <a:cubicBezTo>
                  <a:pt x="1382445" y="1488336"/>
                  <a:pt x="1382445" y="712401"/>
                  <a:pt x="1791591" y="197814"/>
                </a:cubicBezTo>
                <a:cubicBezTo>
                  <a:pt x="1791591" y="197363"/>
                  <a:pt x="733579" y="529006"/>
                  <a:pt x="0" y="0"/>
                </a:cubicBezTo>
                <a:close/>
              </a:path>
            </a:pathLst>
          </a:custGeom>
          <a:solidFill>
            <a:schemeClr val="accent4">
              <a:lumMod val="80000"/>
              <a:lumOff val="20000"/>
            </a:schemeClr>
          </a:solidFill>
          <a:ln w="4499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3" name="任意多边形: 形状 33"/>
          <p:cNvSpPr>
            <a:spLocks noChangeAspect="1"/>
          </p:cNvSpPr>
          <p:nvPr>
            <p:custDataLst>
              <p:tags r:id="rId8"/>
            </p:custDataLst>
          </p:nvPr>
        </p:nvSpPr>
        <p:spPr>
          <a:xfrm>
            <a:off x="5754575" y="4720991"/>
            <a:ext cx="291172" cy="327901"/>
          </a:xfrm>
          <a:custGeom>
            <a:avLst/>
            <a:gdLst>
              <a:gd name="connsiteX0" fmla="*/ 129061 w 319766"/>
              <a:gd name="connsiteY0" fmla="*/ 235468 h 360102"/>
              <a:gd name="connsiteX1" fmla="*/ 190704 w 319766"/>
              <a:gd name="connsiteY1" fmla="*/ 235468 h 360102"/>
              <a:gd name="connsiteX2" fmla="*/ 190704 w 319766"/>
              <a:gd name="connsiteY2" fmla="*/ 297097 h 360102"/>
              <a:gd name="connsiteX3" fmla="*/ 129061 w 319766"/>
              <a:gd name="connsiteY3" fmla="*/ 297097 h 360102"/>
              <a:gd name="connsiteX4" fmla="*/ 50856 w 319766"/>
              <a:gd name="connsiteY4" fmla="*/ 235468 h 360102"/>
              <a:gd name="connsiteX5" fmla="*/ 112500 w 319766"/>
              <a:gd name="connsiteY5" fmla="*/ 235468 h 360102"/>
              <a:gd name="connsiteX6" fmla="*/ 112500 w 319766"/>
              <a:gd name="connsiteY6" fmla="*/ 297097 h 360102"/>
              <a:gd name="connsiteX7" fmla="*/ 50856 w 319766"/>
              <a:gd name="connsiteY7" fmla="*/ 297097 h 360102"/>
              <a:gd name="connsiteX8" fmla="*/ 207286 w 319766"/>
              <a:gd name="connsiteY8" fmla="*/ 145738 h 360102"/>
              <a:gd name="connsiteX9" fmla="*/ 268929 w 319766"/>
              <a:gd name="connsiteY9" fmla="*/ 145738 h 360102"/>
              <a:gd name="connsiteX10" fmla="*/ 268929 w 319766"/>
              <a:gd name="connsiteY10" fmla="*/ 207368 h 360102"/>
              <a:gd name="connsiteX11" fmla="*/ 207286 w 319766"/>
              <a:gd name="connsiteY11" fmla="*/ 207368 h 360102"/>
              <a:gd name="connsiteX12" fmla="*/ 129061 w 319766"/>
              <a:gd name="connsiteY12" fmla="*/ 145738 h 360102"/>
              <a:gd name="connsiteX13" fmla="*/ 190704 w 319766"/>
              <a:gd name="connsiteY13" fmla="*/ 145738 h 360102"/>
              <a:gd name="connsiteX14" fmla="*/ 190704 w 319766"/>
              <a:gd name="connsiteY14" fmla="*/ 207368 h 360102"/>
              <a:gd name="connsiteX15" fmla="*/ 129061 w 319766"/>
              <a:gd name="connsiteY15" fmla="*/ 207368 h 360102"/>
              <a:gd name="connsiteX16" fmla="*/ 50856 w 319766"/>
              <a:gd name="connsiteY16" fmla="*/ 145738 h 360102"/>
              <a:gd name="connsiteX17" fmla="*/ 112500 w 319766"/>
              <a:gd name="connsiteY17" fmla="*/ 145738 h 360102"/>
              <a:gd name="connsiteX18" fmla="*/ 112500 w 319766"/>
              <a:gd name="connsiteY18" fmla="*/ 207368 h 360102"/>
              <a:gd name="connsiteX19" fmla="*/ 50856 w 319766"/>
              <a:gd name="connsiteY19" fmla="*/ 207368 h 360102"/>
              <a:gd name="connsiteX20" fmla="*/ 31301 w 319766"/>
              <a:gd name="connsiteY20" fmla="*/ 113025 h 360102"/>
              <a:gd name="connsiteX21" fmla="*/ 24769 w 319766"/>
              <a:gd name="connsiteY21" fmla="*/ 119555 h 360102"/>
              <a:gd name="connsiteX22" fmla="*/ 24769 w 319766"/>
              <a:gd name="connsiteY22" fmla="*/ 324932 h 360102"/>
              <a:gd name="connsiteX23" fmla="*/ 31301 w 319766"/>
              <a:gd name="connsiteY23" fmla="*/ 331460 h 360102"/>
              <a:gd name="connsiteX24" fmla="*/ 288487 w 319766"/>
              <a:gd name="connsiteY24" fmla="*/ 331460 h 360102"/>
              <a:gd name="connsiteX25" fmla="*/ 295016 w 319766"/>
              <a:gd name="connsiteY25" fmla="*/ 324932 h 360102"/>
              <a:gd name="connsiteX26" fmla="*/ 294999 w 319766"/>
              <a:gd name="connsiteY26" fmla="*/ 119555 h 360102"/>
              <a:gd name="connsiteX27" fmla="*/ 288467 w 319766"/>
              <a:gd name="connsiteY27" fmla="*/ 113025 h 360102"/>
              <a:gd name="connsiteX28" fmla="*/ 37885 w 319766"/>
              <a:gd name="connsiteY28" fmla="*/ 40431 h 360102"/>
              <a:gd name="connsiteX29" fmla="*/ 78296 w 319766"/>
              <a:gd name="connsiteY29" fmla="*/ 40431 h 360102"/>
              <a:gd name="connsiteX30" fmla="*/ 78296 w 319766"/>
              <a:gd name="connsiteY30" fmla="*/ 59406 h 360102"/>
              <a:gd name="connsiteX31" fmla="*/ 104184 w 319766"/>
              <a:gd name="connsiteY31" fmla="*/ 85287 h 360102"/>
              <a:gd name="connsiteX32" fmla="*/ 105664 w 319766"/>
              <a:gd name="connsiteY32" fmla="*/ 85287 h 360102"/>
              <a:gd name="connsiteX33" fmla="*/ 131552 w 319766"/>
              <a:gd name="connsiteY33" fmla="*/ 59406 h 360102"/>
              <a:gd name="connsiteX34" fmla="*/ 131552 w 319766"/>
              <a:gd name="connsiteY34" fmla="*/ 40431 h 360102"/>
              <a:gd name="connsiteX35" fmla="*/ 188199 w 319766"/>
              <a:gd name="connsiteY35" fmla="*/ 40431 h 360102"/>
              <a:gd name="connsiteX36" fmla="*/ 188199 w 319766"/>
              <a:gd name="connsiteY36" fmla="*/ 59406 h 360102"/>
              <a:gd name="connsiteX37" fmla="*/ 214088 w 319766"/>
              <a:gd name="connsiteY37" fmla="*/ 85287 h 360102"/>
              <a:gd name="connsiteX38" fmla="*/ 215583 w 319766"/>
              <a:gd name="connsiteY38" fmla="*/ 85287 h 360102"/>
              <a:gd name="connsiteX39" fmla="*/ 241473 w 319766"/>
              <a:gd name="connsiteY39" fmla="*/ 59406 h 360102"/>
              <a:gd name="connsiteX40" fmla="*/ 241473 w 319766"/>
              <a:gd name="connsiteY40" fmla="*/ 40431 h 360102"/>
              <a:gd name="connsiteX41" fmla="*/ 281882 w 319766"/>
              <a:gd name="connsiteY41" fmla="*/ 40431 h 360102"/>
              <a:gd name="connsiteX42" fmla="*/ 319766 w 319766"/>
              <a:gd name="connsiteY42" fmla="*/ 78306 h 360102"/>
              <a:gd name="connsiteX43" fmla="*/ 319766 w 319766"/>
              <a:gd name="connsiteY43" fmla="*/ 322226 h 360102"/>
              <a:gd name="connsiteX44" fmla="*/ 281882 w 319766"/>
              <a:gd name="connsiteY44" fmla="*/ 360102 h 360102"/>
              <a:gd name="connsiteX45" fmla="*/ 37885 w 319766"/>
              <a:gd name="connsiteY45" fmla="*/ 360102 h 360102"/>
              <a:gd name="connsiteX46" fmla="*/ 0 w 319766"/>
              <a:gd name="connsiteY46" fmla="*/ 322226 h 360102"/>
              <a:gd name="connsiteX47" fmla="*/ 0 w 319766"/>
              <a:gd name="connsiteY47" fmla="*/ 78306 h 360102"/>
              <a:gd name="connsiteX48" fmla="*/ 37885 w 319766"/>
              <a:gd name="connsiteY48" fmla="*/ 40431 h 360102"/>
              <a:gd name="connsiteX49" fmla="*/ 213979 w 319766"/>
              <a:gd name="connsiteY49" fmla="*/ 0 h 360102"/>
              <a:gd name="connsiteX50" fmla="*/ 215098 w 319766"/>
              <a:gd name="connsiteY50" fmla="*/ 0 h 360102"/>
              <a:gd name="connsiteX51" fmla="*/ 234433 w 319766"/>
              <a:gd name="connsiteY51" fmla="*/ 19335 h 360102"/>
              <a:gd name="connsiteX52" fmla="*/ 234433 w 319766"/>
              <a:gd name="connsiteY52" fmla="*/ 58762 h 360102"/>
              <a:gd name="connsiteX53" fmla="*/ 215098 w 319766"/>
              <a:gd name="connsiteY53" fmla="*/ 78095 h 360102"/>
              <a:gd name="connsiteX54" fmla="*/ 213979 w 319766"/>
              <a:gd name="connsiteY54" fmla="*/ 78095 h 360102"/>
              <a:gd name="connsiteX55" fmla="*/ 194638 w 319766"/>
              <a:gd name="connsiteY55" fmla="*/ 58763 h 360102"/>
              <a:gd name="connsiteX56" fmla="*/ 194638 w 319766"/>
              <a:gd name="connsiteY56" fmla="*/ 19335 h 360102"/>
              <a:gd name="connsiteX57" fmla="*/ 213979 w 319766"/>
              <a:gd name="connsiteY57" fmla="*/ 0 h 360102"/>
              <a:gd name="connsiteX58" fmla="*/ 104383 w 319766"/>
              <a:gd name="connsiteY58" fmla="*/ 0 h 360102"/>
              <a:gd name="connsiteX59" fmla="*/ 105501 w 319766"/>
              <a:gd name="connsiteY59" fmla="*/ 0 h 360102"/>
              <a:gd name="connsiteX60" fmla="*/ 124840 w 319766"/>
              <a:gd name="connsiteY60" fmla="*/ 19335 h 360102"/>
              <a:gd name="connsiteX61" fmla="*/ 124840 w 319766"/>
              <a:gd name="connsiteY61" fmla="*/ 58762 h 360102"/>
              <a:gd name="connsiteX62" fmla="*/ 105501 w 319766"/>
              <a:gd name="connsiteY62" fmla="*/ 78095 h 360102"/>
              <a:gd name="connsiteX63" fmla="*/ 104383 w 319766"/>
              <a:gd name="connsiteY63" fmla="*/ 78095 h 360102"/>
              <a:gd name="connsiteX64" fmla="*/ 85043 w 319766"/>
              <a:gd name="connsiteY64" fmla="*/ 58763 h 360102"/>
              <a:gd name="connsiteX65" fmla="*/ 85043 w 319766"/>
              <a:gd name="connsiteY65" fmla="*/ 19335 h 360102"/>
              <a:gd name="connsiteX66" fmla="*/ 104383 w 319766"/>
              <a:gd name="connsiteY66" fmla="*/ 0 h 3601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</a:cxnLst>
            <a:rect l="l" t="t" r="r" b="b"/>
            <a:pathLst>
              <a:path w="319766" h="360102">
                <a:moveTo>
                  <a:pt x="129061" y="235468"/>
                </a:moveTo>
                <a:lnTo>
                  <a:pt x="190704" y="235468"/>
                </a:lnTo>
                <a:lnTo>
                  <a:pt x="190704" y="297097"/>
                </a:lnTo>
                <a:lnTo>
                  <a:pt x="129061" y="297097"/>
                </a:lnTo>
                <a:close/>
                <a:moveTo>
                  <a:pt x="50856" y="235468"/>
                </a:moveTo>
                <a:lnTo>
                  <a:pt x="112500" y="235468"/>
                </a:lnTo>
                <a:lnTo>
                  <a:pt x="112500" y="297097"/>
                </a:lnTo>
                <a:lnTo>
                  <a:pt x="50856" y="297097"/>
                </a:lnTo>
                <a:close/>
                <a:moveTo>
                  <a:pt x="207286" y="145738"/>
                </a:moveTo>
                <a:lnTo>
                  <a:pt x="268929" y="145738"/>
                </a:lnTo>
                <a:lnTo>
                  <a:pt x="268929" y="207368"/>
                </a:lnTo>
                <a:lnTo>
                  <a:pt x="207286" y="207368"/>
                </a:lnTo>
                <a:close/>
                <a:moveTo>
                  <a:pt x="129061" y="145738"/>
                </a:moveTo>
                <a:lnTo>
                  <a:pt x="190704" y="145738"/>
                </a:lnTo>
                <a:lnTo>
                  <a:pt x="190704" y="207368"/>
                </a:lnTo>
                <a:lnTo>
                  <a:pt x="129061" y="207368"/>
                </a:lnTo>
                <a:close/>
                <a:moveTo>
                  <a:pt x="50856" y="145738"/>
                </a:moveTo>
                <a:lnTo>
                  <a:pt x="112500" y="145738"/>
                </a:lnTo>
                <a:lnTo>
                  <a:pt x="112500" y="207368"/>
                </a:lnTo>
                <a:lnTo>
                  <a:pt x="50856" y="207368"/>
                </a:lnTo>
                <a:close/>
                <a:moveTo>
                  <a:pt x="31301" y="113025"/>
                </a:moveTo>
                <a:cubicBezTo>
                  <a:pt x="27693" y="113025"/>
                  <a:pt x="24769" y="115948"/>
                  <a:pt x="24769" y="119555"/>
                </a:cubicBezTo>
                <a:lnTo>
                  <a:pt x="24769" y="324932"/>
                </a:lnTo>
                <a:cubicBezTo>
                  <a:pt x="24769" y="328539"/>
                  <a:pt x="27694" y="331460"/>
                  <a:pt x="31301" y="331460"/>
                </a:cubicBezTo>
                <a:lnTo>
                  <a:pt x="288487" y="331460"/>
                </a:lnTo>
                <a:cubicBezTo>
                  <a:pt x="292094" y="331460"/>
                  <a:pt x="295016" y="328539"/>
                  <a:pt x="295016" y="324932"/>
                </a:cubicBezTo>
                <a:lnTo>
                  <a:pt x="294999" y="119555"/>
                </a:lnTo>
                <a:cubicBezTo>
                  <a:pt x="294999" y="115948"/>
                  <a:pt x="292076" y="113025"/>
                  <a:pt x="288467" y="113025"/>
                </a:cubicBezTo>
                <a:close/>
                <a:moveTo>
                  <a:pt x="37885" y="40431"/>
                </a:moveTo>
                <a:lnTo>
                  <a:pt x="78296" y="40431"/>
                </a:lnTo>
                <a:lnTo>
                  <a:pt x="78296" y="59406"/>
                </a:lnTo>
                <a:cubicBezTo>
                  <a:pt x="78296" y="73708"/>
                  <a:pt x="89896" y="85287"/>
                  <a:pt x="104184" y="85287"/>
                </a:cubicBezTo>
                <a:lnTo>
                  <a:pt x="105664" y="85287"/>
                </a:lnTo>
                <a:cubicBezTo>
                  <a:pt x="119970" y="85287"/>
                  <a:pt x="131552" y="73690"/>
                  <a:pt x="131552" y="59406"/>
                </a:cubicBezTo>
                <a:lnTo>
                  <a:pt x="131552" y="40431"/>
                </a:lnTo>
                <a:lnTo>
                  <a:pt x="188199" y="40431"/>
                </a:lnTo>
                <a:lnTo>
                  <a:pt x="188199" y="59406"/>
                </a:lnTo>
                <a:cubicBezTo>
                  <a:pt x="188199" y="73708"/>
                  <a:pt x="199798" y="85287"/>
                  <a:pt x="214088" y="85287"/>
                </a:cubicBezTo>
                <a:lnTo>
                  <a:pt x="215583" y="85287"/>
                </a:lnTo>
                <a:cubicBezTo>
                  <a:pt x="229891" y="85287"/>
                  <a:pt x="241473" y="73690"/>
                  <a:pt x="241473" y="59406"/>
                </a:cubicBezTo>
                <a:lnTo>
                  <a:pt x="241473" y="40431"/>
                </a:lnTo>
                <a:lnTo>
                  <a:pt x="281882" y="40431"/>
                </a:lnTo>
                <a:cubicBezTo>
                  <a:pt x="302809" y="40431"/>
                  <a:pt x="319768" y="57386"/>
                  <a:pt x="319766" y="78306"/>
                </a:cubicBezTo>
                <a:lnTo>
                  <a:pt x="319766" y="322226"/>
                </a:lnTo>
                <a:cubicBezTo>
                  <a:pt x="319766" y="343147"/>
                  <a:pt x="302809" y="360102"/>
                  <a:pt x="281882" y="360102"/>
                </a:cubicBezTo>
                <a:lnTo>
                  <a:pt x="37885" y="360102"/>
                </a:lnTo>
                <a:cubicBezTo>
                  <a:pt x="16959" y="360102"/>
                  <a:pt x="0" y="343147"/>
                  <a:pt x="0" y="322226"/>
                </a:cubicBezTo>
                <a:lnTo>
                  <a:pt x="0" y="78306"/>
                </a:lnTo>
                <a:cubicBezTo>
                  <a:pt x="0" y="57385"/>
                  <a:pt x="16959" y="40431"/>
                  <a:pt x="37885" y="40431"/>
                </a:cubicBezTo>
                <a:close/>
                <a:moveTo>
                  <a:pt x="213979" y="0"/>
                </a:moveTo>
                <a:lnTo>
                  <a:pt x="215098" y="0"/>
                </a:lnTo>
                <a:cubicBezTo>
                  <a:pt x="225777" y="0"/>
                  <a:pt x="234433" y="8658"/>
                  <a:pt x="234433" y="19335"/>
                </a:cubicBezTo>
                <a:lnTo>
                  <a:pt x="234433" y="58762"/>
                </a:lnTo>
                <a:cubicBezTo>
                  <a:pt x="234433" y="69439"/>
                  <a:pt x="225777" y="78095"/>
                  <a:pt x="215098" y="78095"/>
                </a:cubicBezTo>
                <a:lnTo>
                  <a:pt x="213979" y="78095"/>
                </a:lnTo>
                <a:cubicBezTo>
                  <a:pt x="203298" y="78095"/>
                  <a:pt x="194638" y="69439"/>
                  <a:pt x="194638" y="58763"/>
                </a:cubicBezTo>
                <a:lnTo>
                  <a:pt x="194638" y="19335"/>
                </a:lnTo>
                <a:cubicBezTo>
                  <a:pt x="194638" y="8658"/>
                  <a:pt x="203298" y="0"/>
                  <a:pt x="213979" y="0"/>
                </a:cubicBezTo>
                <a:close/>
                <a:moveTo>
                  <a:pt x="104383" y="0"/>
                </a:moveTo>
                <a:lnTo>
                  <a:pt x="105501" y="0"/>
                </a:lnTo>
                <a:cubicBezTo>
                  <a:pt x="116180" y="0"/>
                  <a:pt x="124839" y="8658"/>
                  <a:pt x="124840" y="19335"/>
                </a:cubicBezTo>
                <a:lnTo>
                  <a:pt x="124840" y="58762"/>
                </a:lnTo>
                <a:cubicBezTo>
                  <a:pt x="124840" y="69439"/>
                  <a:pt x="116181" y="78095"/>
                  <a:pt x="105501" y="78095"/>
                </a:cubicBezTo>
                <a:lnTo>
                  <a:pt x="104383" y="78095"/>
                </a:lnTo>
                <a:cubicBezTo>
                  <a:pt x="93702" y="78095"/>
                  <a:pt x="85043" y="69439"/>
                  <a:pt x="85043" y="58763"/>
                </a:cubicBezTo>
                <a:lnTo>
                  <a:pt x="85043" y="19335"/>
                </a:lnTo>
                <a:cubicBezTo>
                  <a:pt x="85043" y="8658"/>
                  <a:pt x="93702" y="0"/>
                  <a:pt x="104383" y="0"/>
                </a:cubicBezTo>
                <a:close/>
              </a:path>
            </a:pathLst>
          </a:custGeom>
          <a:solidFill>
            <a:srgbClr val="FFFFFF"/>
          </a:solidFill>
          <a:ln w="13059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5" name="任意多边形: 形状 27"/>
          <p:cNvSpPr/>
          <p:nvPr>
            <p:custDataLst>
              <p:tags r:id="rId9"/>
            </p:custDataLst>
          </p:nvPr>
        </p:nvSpPr>
        <p:spPr>
          <a:xfrm>
            <a:off x="6826499" y="4319655"/>
            <a:ext cx="327901" cy="327901"/>
          </a:xfrm>
          <a:custGeom>
            <a:avLst/>
            <a:gdLst>
              <a:gd name="connsiteX0" fmla="*/ 66720 w 359999"/>
              <a:gd name="connsiteY0" fmla="*/ 251342 h 359999"/>
              <a:gd name="connsiteX1" fmla="*/ 78859 w 359999"/>
              <a:gd name="connsiteY1" fmla="*/ 270114 h 359999"/>
              <a:gd name="connsiteX2" fmla="*/ 33879 w 359999"/>
              <a:gd name="connsiteY2" fmla="*/ 303879 h 359999"/>
              <a:gd name="connsiteX3" fmla="*/ 180114 w 359999"/>
              <a:gd name="connsiteY3" fmla="*/ 337644 h 359999"/>
              <a:gd name="connsiteX4" fmla="*/ 326348 w 359999"/>
              <a:gd name="connsiteY4" fmla="*/ 303879 h 359999"/>
              <a:gd name="connsiteX5" fmla="*/ 270114 w 359999"/>
              <a:gd name="connsiteY5" fmla="*/ 270114 h 359999"/>
              <a:gd name="connsiteX6" fmla="*/ 286876 w 359999"/>
              <a:gd name="connsiteY6" fmla="*/ 249613 h 359999"/>
              <a:gd name="connsiteX7" fmla="*/ 360113 w 359999"/>
              <a:gd name="connsiteY7" fmla="*/ 303838 h 359999"/>
              <a:gd name="connsiteX8" fmla="*/ 180114 w 359999"/>
              <a:gd name="connsiteY8" fmla="*/ 360113 h 359999"/>
              <a:gd name="connsiteX9" fmla="*/ 114 w 359999"/>
              <a:gd name="connsiteY9" fmla="*/ 303838 h 359999"/>
              <a:gd name="connsiteX10" fmla="*/ 66720 w 359999"/>
              <a:gd name="connsiteY10" fmla="*/ 251342 h 359999"/>
              <a:gd name="connsiteX11" fmla="*/ 180114 w 359999"/>
              <a:gd name="connsiteY11" fmla="*/ 315093 h 359999"/>
              <a:gd name="connsiteX12" fmla="*/ 45134 w 359999"/>
              <a:gd name="connsiteY12" fmla="*/ 136180 h 359999"/>
              <a:gd name="connsiteX13" fmla="*/ 180114 w 359999"/>
              <a:gd name="connsiteY13" fmla="*/ 114 h 359999"/>
              <a:gd name="connsiteX14" fmla="*/ 315093 w 359999"/>
              <a:gd name="connsiteY14" fmla="*/ 136180 h 359999"/>
              <a:gd name="connsiteX15" fmla="*/ 180114 w 359999"/>
              <a:gd name="connsiteY15" fmla="*/ 315093 h 359999"/>
              <a:gd name="connsiteX16" fmla="*/ 180114 w 359999"/>
              <a:gd name="connsiteY16" fmla="*/ 157483 h 359999"/>
              <a:gd name="connsiteX17" fmla="*/ 213879 w 359999"/>
              <a:gd name="connsiteY17" fmla="*/ 123799 h 359999"/>
              <a:gd name="connsiteX18" fmla="*/ 180114 w 359999"/>
              <a:gd name="connsiteY18" fmla="*/ 90114 h 359999"/>
              <a:gd name="connsiteX19" fmla="*/ 146349 w 359999"/>
              <a:gd name="connsiteY19" fmla="*/ 123799 h 359999"/>
              <a:gd name="connsiteX20" fmla="*/ 180114 w 359999"/>
              <a:gd name="connsiteY20" fmla="*/ 157483 h 3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359999" h="359999">
                <a:moveTo>
                  <a:pt x="66720" y="251342"/>
                </a:moveTo>
                <a:lnTo>
                  <a:pt x="78859" y="270114"/>
                </a:lnTo>
                <a:cubicBezTo>
                  <a:pt x="49837" y="280163"/>
                  <a:pt x="33879" y="291941"/>
                  <a:pt x="33879" y="303879"/>
                </a:cubicBezTo>
                <a:cubicBezTo>
                  <a:pt x="33879" y="328037"/>
                  <a:pt x="109810" y="337644"/>
                  <a:pt x="180114" y="337644"/>
                </a:cubicBezTo>
                <a:cubicBezTo>
                  <a:pt x="250417" y="337644"/>
                  <a:pt x="326348" y="328077"/>
                  <a:pt x="326348" y="303879"/>
                </a:cubicBezTo>
                <a:cubicBezTo>
                  <a:pt x="326348" y="291056"/>
                  <a:pt x="302673" y="280444"/>
                  <a:pt x="270114" y="270114"/>
                </a:cubicBezTo>
                <a:lnTo>
                  <a:pt x="286876" y="249613"/>
                </a:lnTo>
                <a:cubicBezTo>
                  <a:pt x="331293" y="260749"/>
                  <a:pt x="360113" y="283660"/>
                  <a:pt x="360113" y="303838"/>
                </a:cubicBezTo>
                <a:cubicBezTo>
                  <a:pt x="360113" y="337644"/>
                  <a:pt x="279520" y="360113"/>
                  <a:pt x="180114" y="360113"/>
                </a:cubicBezTo>
                <a:cubicBezTo>
                  <a:pt x="80708" y="360113"/>
                  <a:pt x="114" y="337644"/>
                  <a:pt x="114" y="303838"/>
                </a:cubicBezTo>
                <a:cubicBezTo>
                  <a:pt x="114" y="284665"/>
                  <a:pt x="26081" y="262597"/>
                  <a:pt x="66720" y="251342"/>
                </a:cubicBezTo>
                <a:moveTo>
                  <a:pt x="180114" y="315093"/>
                </a:moveTo>
                <a:cubicBezTo>
                  <a:pt x="180114" y="315093"/>
                  <a:pt x="45134" y="219667"/>
                  <a:pt x="45134" y="136180"/>
                </a:cubicBezTo>
                <a:cubicBezTo>
                  <a:pt x="45134" y="52691"/>
                  <a:pt x="105550" y="114"/>
                  <a:pt x="180114" y="114"/>
                </a:cubicBezTo>
                <a:cubicBezTo>
                  <a:pt x="254679" y="114"/>
                  <a:pt x="315093" y="54219"/>
                  <a:pt x="315093" y="136180"/>
                </a:cubicBezTo>
                <a:cubicBezTo>
                  <a:pt x="315093" y="218180"/>
                  <a:pt x="180114" y="315093"/>
                  <a:pt x="180114" y="315093"/>
                </a:cubicBezTo>
                <a:moveTo>
                  <a:pt x="180114" y="157483"/>
                </a:moveTo>
                <a:cubicBezTo>
                  <a:pt x="198725" y="157483"/>
                  <a:pt x="213879" y="142409"/>
                  <a:pt x="213879" y="123799"/>
                </a:cubicBezTo>
                <a:cubicBezTo>
                  <a:pt x="213879" y="105188"/>
                  <a:pt x="198765" y="90114"/>
                  <a:pt x="180114" y="90114"/>
                </a:cubicBezTo>
                <a:cubicBezTo>
                  <a:pt x="161503" y="90114"/>
                  <a:pt x="146349" y="105188"/>
                  <a:pt x="146349" y="123799"/>
                </a:cubicBezTo>
                <a:cubicBezTo>
                  <a:pt x="146349" y="142409"/>
                  <a:pt x="161503" y="157483"/>
                  <a:pt x="180114" y="157483"/>
                </a:cubicBezTo>
              </a:path>
            </a:pathLst>
          </a:custGeom>
          <a:solidFill>
            <a:srgbClr val="FFFFFF"/>
          </a:solidFill>
          <a:ln w="12595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7" name="任意多边形: 形状 28"/>
          <p:cNvSpPr>
            <a:spLocks noChangeAspect="1"/>
          </p:cNvSpPr>
          <p:nvPr>
            <p:custDataLst>
              <p:tags r:id="rId10"/>
            </p:custDataLst>
          </p:nvPr>
        </p:nvSpPr>
        <p:spPr>
          <a:xfrm>
            <a:off x="7046853" y="3174068"/>
            <a:ext cx="280931" cy="327901"/>
          </a:xfrm>
          <a:custGeom>
            <a:avLst/>
            <a:gdLst>
              <a:gd name="connsiteX0" fmla="*/ 298106 w 308432"/>
              <a:gd name="connsiteY0" fmla="*/ 46306 h 360000"/>
              <a:gd name="connsiteX1" fmla="*/ 248915 w 308432"/>
              <a:gd name="connsiteY1" fmla="*/ 46306 h 360000"/>
              <a:gd name="connsiteX2" fmla="*/ 248915 w 308432"/>
              <a:gd name="connsiteY2" fmla="*/ 78324 h 360000"/>
              <a:gd name="connsiteX3" fmla="*/ 223176 w 308432"/>
              <a:gd name="connsiteY3" fmla="*/ 104063 h 360000"/>
              <a:gd name="connsiteX4" fmla="*/ 84871 w 308432"/>
              <a:gd name="connsiteY4" fmla="*/ 104063 h 360000"/>
              <a:gd name="connsiteX5" fmla="*/ 59132 w 308432"/>
              <a:gd name="connsiteY5" fmla="*/ 78324 h 360000"/>
              <a:gd name="connsiteX6" fmla="*/ 59132 w 308432"/>
              <a:gd name="connsiteY6" fmla="*/ 46306 h 360000"/>
              <a:gd name="connsiteX7" fmla="*/ 11520 w 308432"/>
              <a:gd name="connsiteY7" fmla="*/ 46306 h 360000"/>
              <a:gd name="connsiteX8" fmla="*/ 116 w 308432"/>
              <a:gd name="connsiteY8" fmla="*/ 59787 h 360000"/>
              <a:gd name="connsiteX9" fmla="*/ 116 w 308432"/>
              <a:gd name="connsiteY9" fmla="*/ 346633 h 360000"/>
              <a:gd name="connsiteX10" fmla="*/ 12460 w 308432"/>
              <a:gd name="connsiteY10" fmla="*/ 360114 h 360000"/>
              <a:gd name="connsiteX11" fmla="*/ 296205 w 308432"/>
              <a:gd name="connsiteY11" fmla="*/ 360114 h 360000"/>
              <a:gd name="connsiteX12" fmla="*/ 308548 w 308432"/>
              <a:gd name="connsiteY12" fmla="*/ 346633 h 360000"/>
              <a:gd name="connsiteX13" fmla="*/ 308548 w 308432"/>
              <a:gd name="connsiteY13" fmla="*/ 59787 h 360000"/>
              <a:gd name="connsiteX14" fmla="*/ 296205 w 308432"/>
              <a:gd name="connsiteY14" fmla="*/ 46306 h 360000"/>
              <a:gd name="connsiteX15" fmla="*/ 298106 w 308432"/>
              <a:gd name="connsiteY15" fmla="*/ 46306 h 360000"/>
              <a:gd name="connsiteX16" fmla="*/ 140569 w 308432"/>
              <a:gd name="connsiteY16" fmla="*/ 298524 h 360000"/>
              <a:gd name="connsiteX17" fmla="*/ 136767 w 308432"/>
              <a:gd name="connsiteY17" fmla="*/ 299472 h 360000"/>
              <a:gd name="connsiteX18" fmla="*/ 56109 w 308432"/>
              <a:gd name="connsiteY18" fmla="*/ 232066 h 360000"/>
              <a:gd name="connsiteX19" fmla="*/ 55170 w 308432"/>
              <a:gd name="connsiteY19" fmla="*/ 226317 h 360000"/>
              <a:gd name="connsiteX20" fmla="*/ 68453 w 308432"/>
              <a:gd name="connsiteY20" fmla="*/ 208981 h 360000"/>
              <a:gd name="connsiteX21" fmla="*/ 74155 w 308432"/>
              <a:gd name="connsiteY21" fmla="*/ 208012 h 360000"/>
              <a:gd name="connsiteX22" fmla="*/ 134889 w 308432"/>
              <a:gd name="connsiteY22" fmla="*/ 259998 h 360000"/>
              <a:gd name="connsiteX23" fmla="*/ 229769 w 308432"/>
              <a:gd name="connsiteY23" fmla="*/ 140628 h 360000"/>
              <a:gd name="connsiteX24" fmla="*/ 235471 w 308432"/>
              <a:gd name="connsiteY24" fmla="*/ 139682 h 360000"/>
              <a:gd name="connsiteX25" fmla="*/ 250655 w 308432"/>
              <a:gd name="connsiteY25" fmla="*/ 153163 h 360000"/>
              <a:gd name="connsiteX26" fmla="*/ 251594 w 308432"/>
              <a:gd name="connsiteY26" fmla="*/ 159881 h 360000"/>
              <a:gd name="connsiteX27" fmla="*/ 140569 w 308432"/>
              <a:gd name="connsiteY27" fmla="*/ 298524 h 360000"/>
              <a:gd name="connsiteX28" fmla="*/ 202425 w 308432"/>
              <a:gd name="connsiteY28" fmla="*/ 28970 h 360000"/>
              <a:gd name="connsiteX29" fmla="*/ 202425 w 308432"/>
              <a:gd name="connsiteY29" fmla="*/ 17450 h 360000"/>
              <a:gd name="connsiteX30" fmla="*/ 182500 w 308432"/>
              <a:gd name="connsiteY30" fmla="*/ 114 h 360000"/>
              <a:gd name="connsiteX31" fmla="*/ 124584 w 308432"/>
              <a:gd name="connsiteY31" fmla="*/ 114 h 360000"/>
              <a:gd name="connsiteX32" fmla="*/ 104682 w 308432"/>
              <a:gd name="connsiteY32" fmla="*/ 17450 h 360000"/>
              <a:gd name="connsiteX33" fmla="*/ 104682 w 308432"/>
              <a:gd name="connsiteY33" fmla="*/ 28992 h 360000"/>
              <a:gd name="connsiteX34" fmla="*/ 94765 w 308432"/>
              <a:gd name="connsiteY34" fmla="*/ 28992 h 360000"/>
              <a:gd name="connsiteX35" fmla="*/ 81896 w 308432"/>
              <a:gd name="connsiteY35" fmla="*/ 41862 h 360000"/>
              <a:gd name="connsiteX36" fmla="*/ 81896 w 308432"/>
              <a:gd name="connsiteY36" fmla="*/ 73880 h 360000"/>
              <a:gd name="connsiteX37" fmla="*/ 94765 w 308432"/>
              <a:gd name="connsiteY37" fmla="*/ 86749 h 360000"/>
              <a:gd name="connsiteX38" fmla="*/ 212319 w 308432"/>
              <a:gd name="connsiteY38" fmla="*/ 86749 h 360000"/>
              <a:gd name="connsiteX39" fmla="*/ 225188 w 308432"/>
              <a:gd name="connsiteY39" fmla="*/ 73880 h 360000"/>
              <a:gd name="connsiteX40" fmla="*/ 225188 w 308432"/>
              <a:gd name="connsiteY40" fmla="*/ 41839 h 360000"/>
              <a:gd name="connsiteX41" fmla="*/ 212319 w 308432"/>
              <a:gd name="connsiteY41" fmla="*/ 28970 h 360000"/>
              <a:gd name="connsiteX42" fmla="*/ 202425 w 308432"/>
              <a:gd name="connsiteY42" fmla="*/ 28970 h 360000"/>
              <a:gd name="connsiteX43" fmla="*/ 133148 w 308432"/>
              <a:gd name="connsiteY43" fmla="*/ 42451 h 360000"/>
              <a:gd name="connsiteX44" fmla="*/ 154012 w 308432"/>
              <a:gd name="connsiteY44" fmla="*/ 21260 h 360000"/>
              <a:gd name="connsiteX45" fmla="*/ 174897 w 308432"/>
              <a:gd name="connsiteY45" fmla="*/ 42451 h 360000"/>
              <a:gd name="connsiteX46" fmla="*/ 154012 w 308432"/>
              <a:gd name="connsiteY46" fmla="*/ 63642 h 360000"/>
              <a:gd name="connsiteX47" fmla="*/ 133148 w 308432"/>
              <a:gd name="connsiteY47" fmla="*/ 42451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</a:cxnLst>
            <a:rect l="l" t="t" r="r" b="b"/>
            <a:pathLst>
              <a:path w="308432" h="360000">
                <a:moveTo>
                  <a:pt x="298106" y="46306"/>
                </a:moveTo>
                <a:lnTo>
                  <a:pt x="248915" y="46306"/>
                </a:lnTo>
                <a:lnTo>
                  <a:pt x="248915" y="78324"/>
                </a:lnTo>
                <a:cubicBezTo>
                  <a:pt x="248915" y="92539"/>
                  <a:pt x="237390" y="104063"/>
                  <a:pt x="223176" y="104063"/>
                </a:cubicBezTo>
                <a:lnTo>
                  <a:pt x="84871" y="104063"/>
                </a:lnTo>
                <a:cubicBezTo>
                  <a:pt x="70656" y="104063"/>
                  <a:pt x="59132" y="92539"/>
                  <a:pt x="59132" y="78324"/>
                </a:cubicBezTo>
                <a:lnTo>
                  <a:pt x="59132" y="46306"/>
                </a:lnTo>
                <a:lnTo>
                  <a:pt x="11520" y="46306"/>
                </a:lnTo>
                <a:cubicBezTo>
                  <a:pt x="4879" y="46306"/>
                  <a:pt x="116" y="53047"/>
                  <a:pt x="116" y="59787"/>
                </a:cubicBezTo>
                <a:lnTo>
                  <a:pt x="116" y="346633"/>
                </a:lnTo>
                <a:cubicBezTo>
                  <a:pt x="116" y="354343"/>
                  <a:pt x="5818" y="360114"/>
                  <a:pt x="12460" y="360114"/>
                </a:cubicBezTo>
                <a:lnTo>
                  <a:pt x="296205" y="360114"/>
                </a:lnTo>
                <a:cubicBezTo>
                  <a:pt x="302846" y="360114"/>
                  <a:pt x="308548" y="354343"/>
                  <a:pt x="308548" y="346633"/>
                </a:cubicBezTo>
                <a:lnTo>
                  <a:pt x="308548" y="59787"/>
                </a:lnTo>
                <a:cubicBezTo>
                  <a:pt x="308548" y="52077"/>
                  <a:pt x="302846" y="46306"/>
                  <a:pt x="296205" y="46306"/>
                </a:cubicBezTo>
                <a:lnTo>
                  <a:pt x="298106" y="46306"/>
                </a:lnTo>
                <a:moveTo>
                  <a:pt x="140569" y="298524"/>
                </a:moveTo>
                <a:cubicBezTo>
                  <a:pt x="141530" y="300441"/>
                  <a:pt x="138668" y="300441"/>
                  <a:pt x="136767" y="299472"/>
                </a:cubicBezTo>
                <a:lnTo>
                  <a:pt x="56109" y="232066"/>
                </a:lnTo>
                <a:cubicBezTo>
                  <a:pt x="54208" y="231119"/>
                  <a:pt x="54208" y="228234"/>
                  <a:pt x="55170" y="226317"/>
                </a:cubicBezTo>
                <a:lnTo>
                  <a:pt x="68453" y="208981"/>
                </a:lnTo>
                <a:cubicBezTo>
                  <a:pt x="69392" y="207064"/>
                  <a:pt x="72254" y="207064"/>
                  <a:pt x="74155" y="208012"/>
                </a:cubicBezTo>
                <a:lnTo>
                  <a:pt x="134889" y="259998"/>
                </a:lnTo>
                <a:lnTo>
                  <a:pt x="229769" y="140628"/>
                </a:lnTo>
                <a:cubicBezTo>
                  <a:pt x="230730" y="137743"/>
                  <a:pt x="233570" y="137743"/>
                  <a:pt x="235471" y="139682"/>
                </a:cubicBezTo>
                <a:lnTo>
                  <a:pt x="250655" y="153163"/>
                </a:lnTo>
                <a:cubicBezTo>
                  <a:pt x="253495" y="154110"/>
                  <a:pt x="254456" y="156048"/>
                  <a:pt x="251594" y="159881"/>
                </a:cubicBezTo>
                <a:lnTo>
                  <a:pt x="140569" y="298524"/>
                </a:lnTo>
                <a:moveTo>
                  <a:pt x="202425" y="28970"/>
                </a:moveTo>
                <a:lnTo>
                  <a:pt x="202425" y="17450"/>
                </a:lnTo>
                <a:cubicBezTo>
                  <a:pt x="202425" y="6855"/>
                  <a:pt x="192921" y="114"/>
                  <a:pt x="182500" y="114"/>
                </a:cubicBezTo>
                <a:lnTo>
                  <a:pt x="124584" y="114"/>
                </a:lnTo>
                <a:cubicBezTo>
                  <a:pt x="114164" y="114"/>
                  <a:pt x="104682" y="6877"/>
                  <a:pt x="104682" y="17450"/>
                </a:cubicBezTo>
                <a:lnTo>
                  <a:pt x="104682" y="28992"/>
                </a:lnTo>
                <a:lnTo>
                  <a:pt x="94765" y="28992"/>
                </a:lnTo>
                <a:cubicBezTo>
                  <a:pt x="87658" y="28992"/>
                  <a:pt x="81896" y="34754"/>
                  <a:pt x="81896" y="41862"/>
                </a:cubicBezTo>
                <a:lnTo>
                  <a:pt x="81896" y="73880"/>
                </a:lnTo>
                <a:cubicBezTo>
                  <a:pt x="81896" y="80987"/>
                  <a:pt x="87658" y="86749"/>
                  <a:pt x="94765" y="86749"/>
                </a:cubicBezTo>
                <a:lnTo>
                  <a:pt x="212319" y="86749"/>
                </a:lnTo>
                <a:cubicBezTo>
                  <a:pt x="219427" y="86749"/>
                  <a:pt x="225188" y="80987"/>
                  <a:pt x="225188" y="73880"/>
                </a:cubicBezTo>
                <a:lnTo>
                  <a:pt x="225188" y="41839"/>
                </a:lnTo>
                <a:cubicBezTo>
                  <a:pt x="225188" y="34732"/>
                  <a:pt x="219427" y="28970"/>
                  <a:pt x="212319" y="28970"/>
                </a:cubicBezTo>
                <a:lnTo>
                  <a:pt x="202425" y="28970"/>
                </a:lnTo>
                <a:moveTo>
                  <a:pt x="133148" y="42451"/>
                </a:moveTo>
                <a:cubicBezTo>
                  <a:pt x="133148" y="30909"/>
                  <a:pt x="142630" y="21260"/>
                  <a:pt x="154012" y="21260"/>
                </a:cubicBezTo>
                <a:cubicBezTo>
                  <a:pt x="165416" y="21260"/>
                  <a:pt x="174897" y="30909"/>
                  <a:pt x="174897" y="42451"/>
                </a:cubicBezTo>
                <a:cubicBezTo>
                  <a:pt x="174897" y="55932"/>
                  <a:pt x="165416" y="63642"/>
                  <a:pt x="154012" y="63642"/>
                </a:cubicBezTo>
                <a:cubicBezTo>
                  <a:pt x="142498" y="63472"/>
                  <a:pt x="133220" y="54059"/>
                  <a:pt x="133148" y="42451"/>
                </a:cubicBezTo>
              </a:path>
            </a:pathLst>
          </a:custGeom>
          <a:solidFill>
            <a:srgbClr val="FFFFFF"/>
          </a:solidFill>
          <a:ln w="12602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6" name="任意多边形: 形状 29"/>
          <p:cNvSpPr>
            <a:spLocks noChangeAspect="1"/>
          </p:cNvSpPr>
          <p:nvPr>
            <p:custDataLst>
              <p:tags r:id="rId11"/>
            </p:custDataLst>
          </p:nvPr>
        </p:nvSpPr>
        <p:spPr>
          <a:xfrm>
            <a:off x="4841408" y="3976741"/>
            <a:ext cx="327902" cy="327901"/>
          </a:xfrm>
          <a:custGeom>
            <a:avLst/>
            <a:gdLst>
              <a:gd name="connsiteX0" fmla="*/ 180115 w 360000"/>
              <a:gd name="connsiteY0" fmla="*/ 360114 h 359999"/>
              <a:gd name="connsiteX1" fmla="*/ 114 w 360000"/>
              <a:gd name="connsiteY1" fmla="*/ 180114 h 359999"/>
              <a:gd name="connsiteX2" fmla="*/ 180115 w 360000"/>
              <a:gd name="connsiteY2" fmla="*/ 114 h 359999"/>
              <a:gd name="connsiteX3" fmla="*/ 360115 w 360000"/>
              <a:gd name="connsiteY3" fmla="*/ 180114 h 359999"/>
              <a:gd name="connsiteX4" fmla="*/ 180115 w 360000"/>
              <a:gd name="connsiteY4" fmla="*/ 360114 h 359999"/>
              <a:gd name="connsiteX5" fmla="*/ 297543 w 360000"/>
              <a:gd name="connsiteY5" fmla="*/ 208711 h 359999"/>
              <a:gd name="connsiteX6" fmla="*/ 306984 w 360000"/>
              <a:gd name="connsiteY6" fmla="*/ 185782 h 359999"/>
              <a:gd name="connsiteX7" fmla="*/ 297543 w 360000"/>
              <a:gd name="connsiteY7" fmla="*/ 162406 h 359999"/>
              <a:gd name="connsiteX8" fmla="*/ 274166 w 360000"/>
              <a:gd name="connsiteY8" fmla="*/ 152964 h 359999"/>
              <a:gd name="connsiteX9" fmla="*/ 250788 w 360000"/>
              <a:gd name="connsiteY9" fmla="*/ 162406 h 359999"/>
              <a:gd name="connsiteX10" fmla="*/ 248990 w 360000"/>
              <a:gd name="connsiteY10" fmla="*/ 165103 h 359999"/>
              <a:gd name="connsiteX11" fmla="*/ 194593 w 360000"/>
              <a:gd name="connsiteY11" fmla="*/ 142625 h 359999"/>
              <a:gd name="connsiteX12" fmla="*/ 194593 w 360000"/>
              <a:gd name="connsiteY12" fmla="*/ 134084 h 359999"/>
              <a:gd name="connsiteX13" fmla="*/ 178858 w 360000"/>
              <a:gd name="connsiteY13" fmla="*/ 94972 h 359999"/>
              <a:gd name="connsiteX14" fmla="*/ 138848 w 360000"/>
              <a:gd name="connsiteY14" fmla="*/ 78338 h 359999"/>
              <a:gd name="connsiteX15" fmla="*/ 99736 w 360000"/>
              <a:gd name="connsiteY15" fmla="*/ 94972 h 359999"/>
              <a:gd name="connsiteX16" fmla="*/ 83102 w 360000"/>
              <a:gd name="connsiteY16" fmla="*/ 134084 h 359999"/>
              <a:gd name="connsiteX17" fmla="*/ 99736 w 360000"/>
              <a:gd name="connsiteY17" fmla="*/ 174094 h 359999"/>
              <a:gd name="connsiteX18" fmla="*/ 129407 w 360000"/>
              <a:gd name="connsiteY18" fmla="*/ 189829 h 359999"/>
              <a:gd name="connsiteX19" fmla="*/ 129407 w 360000"/>
              <a:gd name="connsiteY19" fmla="*/ 220849 h 359999"/>
              <a:gd name="connsiteX20" fmla="*/ 113672 w 360000"/>
              <a:gd name="connsiteY20" fmla="*/ 230289 h 359999"/>
              <a:gd name="connsiteX21" fmla="*/ 101534 w 360000"/>
              <a:gd name="connsiteY21" fmla="*/ 259960 h 359999"/>
              <a:gd name="connsiteX22" fmla="*/ 113672 w 360000"/>
              <a:gd name="connsiteY22" fmla="*/ 289632 h 359999"/>
              <a:gd name="connsiteX23" fmla="*/ 143343 w 360000"/>
              <a:gd name="connsiteY23" fmla="*/ 301769 h 359999"/>
              <a:gd name="connsiteX24" fmla="*/ 173015 w 360000"/>
              <a:gd name="connsiteY24" fmla="*/ 289632 h 359999"/>
              <a:gd name="connsiteX25" fmla="*/ 185153 w 360000"/>
              <a:gd name="connsiteY25" fmla="*/ 259960 h 359999"/>
              <a:gd name="connsiteX26" fmla="*/ 184253 w 360000"/>
              <a:gd name="connsiteY26" fmla="*/ 250519 h 359999"/>
              <a:gd name="connsiteX27" fmla="*/ 252588 w 360000"/>
              <a:gd name="connsiteY27" fmla="*/ 209609 h 359999"/>
              <a:gd name="connsiteX28" fmla="*/ 274166 w 360000"/>
              <a:gd name="connsiteY28" fmla="*/ 218152 h 359999"/>
              <a:gd name="connsiteX29" fmla="*/ 297543 w 360000"/>
              <a:gd name="connsiteY29" fmla="*/ 208711 h 359999"/>
              <a:gd name="connsiteX30" fmla="*/ 242697 w 360000"/>
              <a:gd name="connsiteY30" fmla="*/ 181736 h 359999"/>
              <a:gd name="connsiteX31" fmla="*/ 241348 w 360000"/>
              <a:gd name="connsiteY31" fmla="*/ 184884 h 359999"/>
              <a:gd name="connsiteX32" fmla="*/ 243145 w 360000"/>
              <a:gd name="connsiteY32" fmla="*/ 194325 h 359999"/>
              <a:gd name="connsiteX33" fmla="*/ 174812 w 360000"/>
              <a:gd name="connsiteY33" fmla="*/ 232537 h 359999"/>
              <a:gd name="connsiteX34" fmla="*/ 173015 w 360000"/>
              <a:gd name="connsiteY34" fmla="*/ 229840 h 359999"/>
              <a:gd name="connsiteX35" fmla="*/ 147839 w 360000"/>
              <a:gd name="connsiteY35" fmla="*/ 218600 h 359999"/>
              <a:gd name="connsiteX36" fmla="*/ 147839 w 360000"/>
              <a:gd name="connsiteY36" fmla="*/ 189829 h 359999"/>
              <a:gd name="connsiteX37" fmla="*/ 178858 w 360000"/>
              <a:gd name="connsiteY37" fmla="*/ 174094 h 359999"/>
              <a:gd name="connsiteX38" fmla="*/ 188299 w 360000"/>
              <a:gd name="connsiteY38" fmla="*/ 161057 h 359999"/>
              <a:gd name="connsiteX39" fmla="*/ 242697 w 360000"/>
              <a:gd name="connsiteY39" fmla="*/ 181736 h 3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</a:cxnLst>
            <a:rect l="l" t="t" r="r" b="b"/>
            <a:pathLst>
              <a:path w="360000" h="359999">
                <a:moveTo>
                  <a:pt x="180115" y="360114"/>
                </a:moveTo>
                <a:cubicBezTo>
                  <a:pt x="80703" y="360114"/>
                  <a:pt x="114" y="279525"/>
                  <a:pt x="114" y="180114"/>
                </a:cubicBezTo>
                <a:cubicBezTo>
                  <a:pt x="114" y="80703"/>
                  <a:pt x="80703" y="114"/>
                  <a:pt x="180115" y="114"/>
                </a:cubicBezTo>
                <a:cubicBezTo>
                  <a:pt x="279526" y="114"/>
                  <a:pt x="360115" y="80703"/>
                  <a:pt x="360115" y="180114"/>
                </a:cubicBezTo>
                <a:cubicBezTo>
                  <a:pt x="360115" y="279525"/>
                  <a:pt x="279526" y="360114"/>
                  <a:pt x="180115" y="360114"/>
                </a:cubicBezTo>
                <a:moveTo>
                  <a:pt x="297543" y="208711"/>
                </a:moveTo>
                <a:cubicBezTo>
                  <a:pt x="304286" y="202417"/>
                  <a:pt x="306984" y="194775"/>
                  <a:pt x="306984" y="185782"/>
                </a:cubicBezTo>
                <a:cubicBezTo>
                  <a:pt x="306984" y="177241"/>
                  <a:pt x="304286" y="169149"/>
                  <a:pt x="297543" y="162406"/>
                </a:cubicBezTo>
                <a:cubicBezTo>
                  <a:pt x="290799" y="156562"/>
                  <a:pt x="283607" y="152964"/>
                  <a:pt x="274166" y="152964"/>
                </a:cubicBezTo>
                <a:cubicBezTo>
                  <a:pt x="265624" y="152964"/>
                  <a:pt x="257531" y="157011"/>
                  <a:pt x="250788" y="162406"/>
                </a:cubicBezTo>
                <a:cubicBezTo>
                  <a:pt x="250788" y="163305"/>
                  <a:pt x="249889" y="164204"/>
                  <a:pt x="248990" y="165103"/>
                </a:cubicBezTo>
                <a:lnTo>
                  <a:pt x="194593" y="142625"/>
                </a:lnTo>
                <a:lnTo>
                  <a:pt x="194593" y="134084"/>
                </a:lnTo>
                <a:cubicBezTo>
                  <a:pt x="194593" y="119248"/>
                  <a:pt x="189199" y="105312"/>
                  <a:pt x="178858" y="94972"/>
                </a:cubicBezTo>
                <a:cubicBezTo>
                  <a:pt x="167620" y="83733"/>
                  <a:pt x="154583" y="78338"/>
                  <a:pt x="138848" y="78338"/>
                </a:cubicBezTo>
                <a:cubicBezTo>
                  <a:pt x="124012" y="78338"/>
                  <a:pt x="110076" y="83733"/>
                  <a:pt x="99736" y="94972"/>
                </a:cubicBezTo>
                <a:cubicBezTo>
                  <a:pt x="88497" y="105312"/>
                  <a:pt x="83102" y="119248"/>
                  <a:pt x="83102" y="134084"/>
                </a:cubicBezTo>
                <a:cubicBezTo>
                  <a:pt x="83102" y="149818"/>
                  <a:pt x="88497" y="162856"/>
                  <a:pt x="99736" y="174094"/>
                </a:cubicBezTo>
                <a:cubicBezTo>
                  <a:pt x="107828" y="182186"/>
                  <a:pt x="118168" y="188031"/>
                  <a:pt x="129407" y="189829"/>
                </a:cubicBezTo>
                <a:lnTo>
                  <a:pt x="129407" y="220849"/>
                </a:lnTo>
                <a:cubicBezTo>
                  <a:pt x="124012" y="222646"/>
                  <a:pt x="118168" y="225794"/>
                  <a:pt x="113672" y="230289"/>
                </a:cubicBezTo>
                <a:cubicBezTo>
                  <a:pt x="106030" y="238381"/>
                  <a:pt x="101534" y="248721"/>
                  <a:pt x="101534" y="259960"/>
                </a:cubicBezTo>
                <a:cubicBezTo>
                  <a:pt x="101534" y="272099"/>
                  <a:pt x="106030" y="281090"/>
                  <a:pt x="113672" y="289632"/>
                </a:cubicBezTo>
                <a:cubicBezTo>
                  <a:pt x="121765" y="298173"/>
                  <a:pt x="132105" y="301769"/>
                  <a:pt x="143343" y="301769"/>
                </a:cubicBezTo>
                <a:cubicBezTo>
                  <a:pt x="155482" y="301769"/>
                  <a:pt x="164473" y="298173"/>
                  <a:pt x="173015" y="289632"/>
                </a:cubicBezTo>
                <a:cubicBezTo>
                  <a:pt x="181556" y="281539"/>
                  <a:pt x="185153" y="272099"/>
                  <a:pt x="185153" y="259960"/>
                </a:cubicBezTo>
                <a:cubicBezTo>
                  <a:pt x="185153" y="257263"/>
                  <a:pt x="185153" y="253217"/>
                  <a:pt x="184253" y="250519"/>
                </a:cubicBezTo>
                <a:lnTo>
                  <a:pt x="252588" y="209609"/>
                </a:lnTo>
                <a:cubicBezTo>
                  <a:pt x="258431" y="215454"/>
                  <a:pt x="265625" y="218152"/>
                  <a:pt x="274166" y="218152"/>
                </a:cubicBezTo>
                <a:cubicBezTo>
                  <a:pt x="283607" y="218152"/>
                  <a:pt x="291249" y="215454"/>
                  <a:pt x="297543" y="208711"/>
                </a:cubicBezTo>
                <a:moveTo>
                  <a:pt x="242697" y="181736"/>
                </a:moveTo>
                <a:cubicBezTo>
                  <a:pt x="241797" y="183535"/>
                  <a:pt x="241797" y="184434"/>
                  <a:pt x="241348" y="184884"/>
                </a:cubicBezTo>
                <a:cubicBezTo>
                  <a:pt x="241348" y="188930"/>
                  <a:pt x="242247" y="191627"/>
                  <a:pt x="243145" y="194325"/>
                </a:cubicBezTo>
                <a:lnTo>
                  <a:pt x="174812" y="232537"/>
                </a:lnTo>
                <a:cubicBezTo>
                  <a:pt x="173914" y="231637"/>
                  <a:pt x="173015" y="230739"/>
                  <a:pt x="173015" y="229840"/>
                </a:cubicBezTo>
                <a:cubicBezTo>
                  <a:pt x="165371" y="223096"/>
                  <a:pt x="158179" y="219500"/>
                  <a:pt x="147839" y="218600"/>
                </a:cubicBezTo>
                <a:lnTo>
                  <a:pt x="147839" y="189829"/>
                </a:lnTo>
                <a:cubicBezTo>
                  <a:pt x="159976" y="188031"/>
                  <a:pt x="169417" y="182636"/>
                  <a:pt x="178858" y="174094"/>
                </a:cubicBezTo>
                <a:cubicBezTo>
                  <a:pt x="182905" y="169599"/>
                  <a:pt x="186501" y="165553"/>
                  <a:pt x="188299" y="161057"/>
                </a:cubicBezTo>
                <a:lnTo>
                  <a:pt x="242697" y="181736"/>
                </a:lnTo>
              </a:path>
            </a:pathLst>
          </a:custGeom>
          <a:solidFill>
            <a:srgbClr val="FFFFFF"/>
          </a:solidFill>
          <a:ln w="12590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8" name="任意多边形: 形状 30"/>
          <p:cNvSpPr>
            <a:spLocks noChangeAspect="1"/>
          </p:cNvSpPr>
          <p:nvPr>
            <p:custDataLst>
              <p:tags r:id="rId12"/>
            </p:custDataLst>
          </p:nvPr>
        </p:nvSpPr>
        <p:spPr>
          <a:xfrm>
            <a:off x="5052236" y="2831154"/>
            <a:ext cx="291422" cy="327901"/>
          </a:xfrm>
          <a:custGeom>
            <a:avLst/>
            <a:gdLst>
              <a:gd name="connsiteX0" fmla="*/ 241317 w 319950"/>
              <a:gd name="connsiteY0" fmla="*/ 115 h 360000"/>
              <a:gd name="connsiteX1" fmla="*/ 26784 w 319950"/>
              <a:gd name="connsiteY1" fmla="*/ 149 h 360000"/>
              <a:gd name="connsiteX2" fmla="*/ 120 w 319950"/>
              <a:gd name="connsiteY2" fmla="*/ 26817 h 360000"/>
              <a:gd name="connsiteX3" fmla="*/ 116 w 319950"/>
              <a:gd name="connsiteY3" fmla="*/ 333435 h 360000"/>
              <a:gd name="connsiteX4" fmla="*/ 26784 w 319950"/>
              <a:gd name="connsiteY4" fmla="*/ 360103 h 360000"/>
              <a:gd name="connsiteX5" fmla="*/ 293398 w 319950"/>
              <a:gd name="connsiteY5" fmla="*/ 360115 h 360000"/>
              <a:gd name="connsiteX6" fmla="*/ 320066 w 319950"/>
              <a:gd name="connsiteY6" fmla="*/ 333447 h 360000"/>
              <a:gd name="connsiteX7" fmla="*/ 320066 w 319950"/>
              <a:gd name="connsiteY7" fmla="*/ 333435 h 360000"/>
              <a:gd name="connsiteX8" fmla="*/ 319946 w 319950"/>
              <a:gd name="connsiteY8" fmla="*/ 77587 h 360000"/>
              <a:gd name="connsiteX9" fmla="*/ 241317 w 319950"/>
              <a:gd name="connsiteY9" fmla="*/ 115 h 360000"/>
              <a:gd name="connsiteX10" fmla="*/ 261409 w 319950"/>
              <a:gd name="connsiteY10" fmla="*/ 198705 h 360000"/>
              <a:gd name="connsiteX11" fmla="*/ 258922 w 319950"/>
              <a:gd name="connsiteY11" fmla="*/ 202086 h 360000"/>
              <a:gd name="connsiteX12" fmla="*/ 257236 w 319950"/>
              <a:gd name="connsiteY12" fmla="*/ 202438 h 360000"/>
              <a:gd name="connsiteX13" fmla="*/ 254713 w 319950"/>
              <a:gd name="connsiteY13" fmla="*/ 201606 h 360000"/>
              <a:gd name="connsiteX14" fmla="*/ 229199 w 319950"/>
              <a:gd name="connsiteY14" fmla="*/ 182697 h 360000"/>
              <a:gd name="connsiteX15" fmla="*/ 176094 w 319950"/>
              <a:gd name="connsiteY15" fmla="*/ 251457 h 360000"/>
              <a:gd name="connsiteX16" fmla="*/ 158644 w 319950"/>
              <a:gd name="connsiteY16" fmla="*/ 253947 h 360000"/>
              <a:gd name="connsiteX17" fmla="*/ 117113 w 319950"/>
              <a:gd name="connsiteY17" fmla="*/ 223945 h 360000"/>
              <a:gd name="connsiteX18" fmla="*/ 73432 w 319950"/>
              <a:gd name="connsiteY18" fmla="*/ 275714 h 360000"/>
              <a:gd name="connsiteX19" fmla="*/ 63751 w 319950"/>
              <a:gd name="connsiteY19" fmla="*/ 280185 h 360000"/>
              <a:gd name="connsiteX20" fmla="*/ 55716 w 319950"/>
              <a:gd name="connsiteY20" fmla="*/ 277319 h 360000"/>
              <a:gd name="connsiteX21" fmla="*/ 54086 w 319950"/>
              <a:gd name="connsiteY21" fmla="*/ 259863 h 360000"/>
              <a:gd name="connsiteX22" fmla="*/ 105331 w 319950"/>
              <a:gd name="connsiteY22" fmla="*/ 199129 h 360000"/>
              <a:gd name="connsiteX23" fmla="*/ 122441 w 319950"/>
              <a:gd name="connsiteY23" fmla="*/ 197059 h 360000"/>
              <a:gd name="connsiteX24" fmla="*/ 163555 w 319950"/>
              <a:gd name="connsiteY24" fmla="*/ 226755 h 360000"/>
              <a:gd name="connsiteX25" fmla="*/ 209091 w 319950"/>
              <a:gd name="connsiteY25" fmla="*/ 167793 h 360000"/>
              <a:gd name="connsiteX26" fmla="*/ 191649 w 319950"/>
              <a:gd name="connsiteY26" fmla="*/ 154866 h 360000"/>
              <a:gd name="connsiteX27" fmla="*/ 190015 w 319950"/>
              <a:gd name="connsiteY27" fmla="*/ 151016 h 360000"/>
              <a:gd name="connsiteX28" fmla="*/ 192623 w 319950"/>
              <a:gd name="connsiteY28" fmla="*/ 147724 h 360000"/>
              <a:gd name="connsiteX29" fmla="*/ 263015 w 319950"/>
              <a:gd name="connsiteY29" fmla="*/ 120188 h 360000"/>
              <a:gd name="connsiteX30" fmla="*/ 267085 w 319950"/>
              <a:gd name="connsiteY30" fmla="*/ 120728 h 360000"/>
              <a:gd name="connsiteX31" fmla="*/ 268735 w 319950"/>
              <a:gd name="connsiteY31" fmla="*/ 124428 h 360000"/>
              <a:gd name="connsiteX32" fmla="*/ 261409 w 319950"/>
              <a:gd name="connsiteY32" fmla="*/ 198705 h 360000"/>
              <a:gd name="connsiteX33" fmla="*/ 236536 w 319950"/>
              <a:gd name="connsiteY33" fmla="*/ 93447 h 360000"/>
              <a:gd name="connsiteX34" fmla="*/ 227464 w 319950"/>
              <a:gd name="connsiteY34" fmla="*/ 84514 h 360000"/>
              <a:gd name="connsiteX35" fmla="*/ 227464 w 319950"/>
              <a:gd name="connsiteY35" fmla="*/ 14212 h 360000"/>
              <a:gd name="connsiteX36" fmla="*/ 307889 w 319950"/>
              <a:gd name="connsiteY36" fmla="*/ 93447 h 360000"/>
              <a:gd name="connsiteX37" fmla="*/ 236536 w 319950"/>
              <a:gd name="connsiteY37" fmla="*/ 93447 h 360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</a:cxnLst>
            <a:rect l="l" t="t" r="r" b="b"/>
            <a:pathLst>
              <a:path w="319950" h="360000">
                <a:moveTo>
                  <a:pt x="241317" y="115"/>
                </a:moveTo>
                <a:lnTo>
                  <a:pt x="26784" y="149"/>
                </a:lnTo>
                <a:cubicBezTo>
                  <a:pt x="12057" y="151"/>
                  <a:pt x="120" y="12090"/>
                  <a:pt x="120" y="26817"/>
                </a:cubicBezTo>
                <a:lnTo>
                  <a:pt x="116" y="333435"/>
                </a:lnTo>
                <a:cubicBezTo>
                  <a:pt x="116" y="348164"/>
                  <a:pt x="12056" y="360103"/>
                  <a:pt x="26784" y="360103"/>
                </a:cubicBezTo>
                <a:lnTo>
                  <a:pt x="293398" y="360115"/>
                </a:lnTo>
                <a:cubicBezTo>
                  <a:pt x="308127" y="360115"/>
                  <a:pt x="320066" y="348174"/>
                  <a:pt x="320066" y="333447"/>
                </a:cubicBezTo>
                <a:cubicBezTo>
                  <a:pt x="320066" y="333443"/>
                  <a:pt x="320066" y="333439"/>
                  <a:pt x="320066" y="333435"/>
                </a:cubicBezTo>
                <a:lnTo>
                  <a:pt x="319946" y="77587"/>
                </a:lnTo>
                <a:lnTo>
                  <a:pt x="241317" y="115"/>
                </a:lnTo>
                <a:moveTo>
                  <a:pt x="261409" y="198705"/>
                </a:moveTo>
                <a:cubicBezTo>
                  <a:pt x="261262" y="200193"/>
                  <a:pt x="260312" y="201486"/>
                  <a:pt x="258922" y="202086"/>
                </a:cubicBezTo>
                <a:cubicBezTo>
                  <a:pt x="258392" y="202318"/>
                  <a:pt x="257817" y="202437"/>
                  <a:pt x="257236" y="202438"/>
                </a:cubicBezTo>
                <a:cubicBezTo>
                  <a:pt x="256342" y="202438"/>
                  <a:pt x="255454" y="202156"/>
                  <a:pt x="254713" y="201606"/>
                </a:cubicBezTo>
                <a:lnTo>
                  <a:pt x="229199" y="182697"/>
                </a:lnTo>
                <a:lnTo>
                  <a:pt x="176094" y="251457"/>
                </a:lnTo>
                <a:cubicBezTo>
                  <a:pt x="171934" y="256848"/>
                  <a:pt x="164176" y="257958"/>
                  <a:pt x="158644" y="253947"/>
                </a:cubicBezTo>
                <a:lnTo>
                  <a:pt x="117113" y="223945"/>
                </a:lnTo>
                <a:lnTo>
                  <a:pt x="73432" y="275714"/>
                </a:lnTo>
                <a:cubicBezTo>
                  <a:pt x="70946" y="278663"/>
                  <a:pt x="67363" y="280185"/>
                  <a:pt x="63751" y="280185"/>
                </a:cubicBezTo>
                <a:cubicBezTo>
                  <a:pt x="60815" y="280187"/>
                  <a:pt x="57971" y="279173"/>
                  <a:pt x="55716" y="277319"/>
                </a:cubicBezTo>
                <a:cubicBezTo>
                  <a:pt x="50372" y="272945"/>
                  <a:pt x="49642" y="265129"/>
                  <a:pt x="54086" y="259863"/>
                </a:cubicBezTo>
                <a:lnTo>
                  <a:pt x="105331" y="199129"/>
                </a:lnTo>
                <a:cubicBezTo>
                  <a:pt x="109574" y="194084"/>
                  <a:pt x="117076" y="193168"/>
                  <a:pt x="122441" y="197059"/>
                </a:cubicBezTo>
                <a:lnTo>
                  <a:pt x="163555" y="226755"/>
                </a:lnTo>
                <a:lnTo>
                  <a:pt x="209091" y="167793"/>
                </a:lnTo>
                <a:lnTo>
                  <a:pt x="191649" y="154866"/>
                </a:lnTo>
                <a:cubicBezTo>
                  <a:pt x="190438" y="153969"/>
                  <a:pt x="189814" y="152496"/>
                  <a:pt x="190015" y="151016"/>
                </a:cubicBezTo>
                <a:cubicBezTo>
                  <a:pt x="190217" y="149535"/>
                  <a:pt x="191214" y="148276"/>
                  <a:pt x="192623" y="147724"/>
                </a:cubicBezTo>
                <a:lnTo>
                  <a:pt x="263015" y="120188"/>
                </a:lnTo>
                <a:cubicBezTo>
                  <a:pt x="264375" y="119658"/>
                  <a:pt x="265916" y="119863"/>
                  <a:pt x="267085" y="120728"/>
                </a:cubicBezTo>
                <a:cubicBezTo>
                  <a:pt x="268252" y="121593"/>
                  <a:pt x="268879" y="122996"/>
                  <a:pt x="268735" y="124428"/>
                </a:cubicBezTo>
                <a:lnTo>
                  <a:pt x="261409" y="198705"/>
                </a:lnTo>
                <a:moveTo>
                  <a:pt x="236536" y="93447"/>
                </a:moveTo>
                <a:cubicBezTo>
                  <a:pt x="231525" y="93447"/>
                  <a:pt x="227464" y="89447"/>
                  <a:pt x="227464" y="84514"/>
                </a:cubicBezTo>
                <a:lnTo>
                  <a:pt x="227464" y="14212"/>
                </a:lnTo>
                <a:lnTo>
                  <a:pt x="307889" y="93447"/>
                </a:lnTo>
                <a:lnTo>
                  <a:pt x="236536" y="93447"/>
                </a:lnTo>
              </a:path>
            </a:pathLst>
          </a:custGeom>
          <a:solidFill>
            <a:srgbClr val="FFFFFF"/>
          </a:solidFill>
          <a:ln w="13057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任意多边形: 形状 31"/>
          <p:cNvSpPr>
            <a:spLocks noChangeAspect="1"/>
          </p:cNvSpPr>
          <p:nvPr>
            <p:custDataLst>
              <p:tags r:id="rId13"/>
            </p:custDataLst>
          </p:nvPr>
        </p:nvSpPr>
        <p:spPr>
          <a:xfrm>
            <a:off x="6150196" y="2428548"/>
            <a:ext cx="280772" cy="327901"/>
          </a:xfrm>
          <a:custGeom>
            <a:avLst/>
            <a:gdLst>
              <a:gd name="connsiteX0" fmla="*/ 170791 w 308257"/>
              <a:gd name="connsiteY0" fmla="*/ 114 h 359999"/>
              <a:gd name="connsiteX1" fmla="*/ 34953 w 308257"/>
              <a:gd name="connsiteY1" fmla="*/ 115856 h 359999"/>
              <a:gd name="connsiteX2" fmla="*/ 2021 w 308257"/>
              <a:gd name="connsiteY2" fmla="*/ 173955 h 359999"/>
              <a:gd name="connsiteX3" fmla="*/ 14618 w 308257"/>
              <a:gd name="connsiteY3" fmla="*/ 195576 h 359999"/>
              <a:gd name="connsiteX4" fmla="*/ 36838 w 308257"/>
              <a:gd name="connsiteY4" fmla="*/ 195576 h 359999"/>
              <a:gd name="connsiteX5" fmla="*/ 36838 w 308257"/>
              <a:gd name="connsiteY5" fmla="*/ 267787 h 359999"/>
              <a:gd name="connsiteX6" fmla="*/ 75740 w 308257"/>
              <a:gd name="connsiteY6" fmla="*/ 298449 h 359999"/>
              <a:gd name="connsiteX7" fmla="*/ 100657 w 308257"/>
              <a:gd name="connsiteY7" fmla="*/ 295007 h 359999"/>
              <a:gd name="connsiteX8" fmla="*/ 100657 w 308257"/>
              <a:gd name="connsiteY8" fmla="*/ 336854 h 359999"/>
              <a:gd name="connsiteX9" fmla="*/ 123920 w 308257"/>
              <a:gd name="connsiteY9" fmla="*/ 360113 h 359999"/>
              <a:gd name="connsiteX10" fmla="*/ 199527 w 308257"/>
              <a:gd name="connsiteY10" fmla="*/ 360113 h 359999"/>
              <a:gd name="connsiteX11" fmla="*/ 222793 w 308257"/>
              <a:gd name="connsiteY11" fmla="*/ 336854 h 359999"/>
              <a:gd name="connsiteX12" fmla="*/ 222793 w 308257"/>
              <a:gd name="connsiteY12" fmla="*/ 265007 h 359999"/>
              <a:gd name="connsiteX13" fmla="*/ 308374 w 308257"/>
              <a:gd name="connsiteY13" fmla="*/ 137660 h 359999"/>
              <a:gd name="connsiteX14" fmla="*/ 170791 w 308257"/>
              <a:gd name="connsiteY14" fmla="*/ 114 h 359999"/>
              <a:gd name="connsiteX15" fmla="*/ 220750 w 308257"/>
              <a:gd name="connsiteY15" fmla="*/ 124048 h 359999"/>
              <a:gd name="connsiteX16" fmla="*/ 145747 w 308257"/>
              <a:gd name="connsiteY16" fmla="*/ 202885 h 359999"/>
              <a:gd name="connsiteX17" fmla="*/ 135778 w 308257"/>
              <a:gd name="connsiteY17" fmla="*/ 198033 h 359999"/>
              <a:gd name="connsiteX18" fmla="*/ 143677 w 308257"/>
              <a:gd name="connsiteY18" fmla="*/ 144055 h 359999"/>
              <a:gd name="connsiteX19" fmla="*/ 109385 w 308257"/>
              <a:gd name="connsiteY19" fmla="*/ 144055 h 359999"/>
              <a:gd name="connsiteX20" fmla="*/ 105169 w 308257"/>
              <a:gd name="connsiteY20" fmla="*/ 134235 h 359999"/>
              <a:gd name="connsiteX21" fmla="*/ 180178 w 308257"/>
              <a:gd name="connsiteY21" fmla="*/ 55399 h 359999"/>
              <a:gd name="connsiteX22" fmla="*/ 190147 w 308257"/>
              <a:gd name="connsiteY22" fmla="*/ 60250 h 359999"/>
              <a:gd name="connsiteX23" fmla="*/ 182248 w 308257"/>
              <a:gd name="connsiteY23" fmla="*/ 114229 h 359999"/>
              <a:gd name="connsiteX24" fmla="*/ 216539 w 308257"/>
              <a:gd name="connsiteY24" fmla="*/ 114229 h 359999"/>
              <a:gd name="connsiteX25" fmla="*/ 220750 w 308257"/>
              <a:gd name="connsiteY25" fmla="*/ 124048 h 359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308257" h="359999">
                <a:moveTo>
                  <a:pt x="170791" y="114"/>
                </a:moveTo>
                <a:cubicBezTo>
                  <a:pt x="102232" y="114"/>
                  <a:pt x="45404" y="50253"/>
                  <a:pt x="34953" y="115856"/>
                </a:cubicBezTo>
                <a:lnTo>
                  <a:pt x="2021" y="173955"/>
                </a:lnTo>
                <a:cubicBezTo>
                  <a:pt x="-3452" y="183608"/>
                  <a:pt x="3521" y="195576"/>
                  <a:pt x="14618" y="195576"/>
                </a:cubicBezTo>
                <a:lnTo>
                  <a:pt x="36838" y="195576"/>
                </a:lnTo>
                <a:lnTo>
                  <a:pt x="36838" y="267787"/>
                </a:lnTo>
                <a:cubicBezTo>
                  <a:pt x="36838" y="288181"/>
                  <a:pt x="55907" y="303210"/>
                  <a:pt x="75740" y="298449"/>
                </a:cubicBezTo>
                <a:lnTo>
                  <a:pt x="100657" y="295007"/>
                </a:lnTo>
                <a:lnTo>
                  <a:pt x="100657" y="336854"/>
                </a:lnTo>
                <a:cubicBezTo>
                  <a:pt x="100657" y="349701"/>
                  <a:pt x="111073" y="360113"/>
                  <a:pt x="123920" y="360113"/>
                </a:cubicBezTo>
                <a:lnTo>
                  <a:pt x="199527" y="360113"/>
                </a:lnTo>
                <a:cubicBezTo>
                  <a:pt x="212376" y="360113"/>
                  <a:pt x="222793" y="349701"/>
                  <a:pt x="222793" y="336854"/>
                </a:cubicBezTo>
                <a:lnTo>
                  <a:pt x="222793" y="265007"/>
                </a:lnTo>
                <a:cubicBezTo>
                  <a:pt x="272991" y="244501"/>
                  <a:pt x="308374" y="195219"/>
                  <a:pt x="308374" y="137660"/>
                </a:cubicBezTo>
                <a:cubicBezTo>
                  <a:pt x="308370" y="61691"/>
                  <a:pt x="246772" y="114"/>
                  <a:pt x="170791" y="114"/>
                </a:cubicBezTo>
                <a:moveTo>
                  <a:pt x="220750" y="124048"/>
                </a:moveTo>
                <a:lnTo>
                  <a:pt x="145747" y="202885"/>
                </a:lnTo>
                <a:cubicBezTo>
                  <a:pt x="141838" y="206995"/>
                  <a:pt x="134959" y="203646"/>
                  <a:pt x="135778" y="198033"/>
                </a:cubicBezTo>
                <a:lnTo>
                  <a:pt x="143677" y="144055"/>
                </a:lnTo>
                <a:lnTo>
                  <a:pt x="109385" y="144055"/>
                </a:lnTo>
                <a:cubicBezTo>
                  <a:pt x="104274" y="144055"/>
                  <a:pt x="101650" y="137939"/>
                  <a:pt x="105169" y="134235"/>
                </a:cubicBezTo>
                <a:lnTo>
                  <a:pt x="180178" y="55399"/>
                </a:lnTo>
                <a:cubicBezTo>
                  <a:pt x="184087" y="51289"/>
                  <a:pt x="190966" y="54638"/>
                  <a:pt x="190147" y="60250"/>
                </a:cubicBezTo>
                <a:lnTo>
                  <a:pt x="182248" y="114229"/>
                </a:lnTo>
                <a:lnTo>
                  <a:pt x="216539" y="114229"/>
                </a:lnTo>
                <a:cubicBezTo>
                  <a:pt x="221646" y="114229"/>
                  <a:pt x="224275" y="120344"/>
                  <a:pt x="220750" y="124048"/>
                </a:cubicBezTo>
              </a:path>
            </a:pathLst>
          </a:custGeom>
          <a:solidFill>
            <a:srgbClr val="FFFFFF"/>
          </a:solidFill>
          <a:ln w="12602" cap="flat">
            <a:noFill/>
            <a:prstDash val="solid"/>
            <a:miter/>
          </a:ln>
        </p:spPr>
        <p:txBody>
          <a:bodyPr rtlCol="0" anchor="ctr"/>
          <a:p>
            <a:endParaRPr lang="en-US">
              <a:solidFill>
                <a:schemeClr val="tx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1" name="矩形 39"/>
          <p:cNvSpPr/>
          <p:nvPr>
            <p:custDataLst>
              <p:tags r:id="rId14"/>
            </p:custDataLst>
          </p:nvPr>
        </p:nvSpPr>
        <p:spPr>
          <a:xfrm>
            <a:off x="701674" y="3346160"/>
            <a:ext cx="2862288" cy="1087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p>
            <a:pPr algn="r">
              <a:lnSpc>
                <a:spcPct val="150000"/>
              </a:lnSpc>
            </a:pPr>
            <a:r>
              <a:rPr 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Provide Bhagavad Gita based guidance</a:t>
            </a:r>
            <a:endParaRPr lang="en-US" sz="1600" kern="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44" name="矩形 44"/>
          <p:cNvSpPr/>
          <p:nvPr>
            <p:custDataLst>
              <p:tags r:id="rId15"/>
            </p:custDataLst>
          </p:nvPr>
        </p:nvSpPr>
        <p:spPr>
          <a:xfrm>
            <a:off x="8640132" y="3346160"/>
            <a:ext cx="2862117" cy="1087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p>
            <a:pPr>
              <a:lnSpc>
                <a:spcPct val="150000"/>
              </a:lnSpc>
            </a:pPr>
            <a:r>
              <a:rPr 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Ensure secure offline data storage</a:t>
            </a:r>
            <a:endParaRPr lang="en-US" sz="1600" kern="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46" name="矩形 34"/>
          <p:cNvSpPr/>
          <p:nvPr>
            <p:custDataLst>
              <p:tags r:id="rId16"/>
            </p:custDataLst>
          </p:nvPr>
        </p:nvSpPr>
        <p:spPr>
          <a:xfrm>
            <a:off x="1606586" y="1849404"/>
            <a:ext cx="2862288" cy="1087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p>
            <a:pPr algn="r">
              <a:lnSpc>
                <a:spcPct val="150000"/>
              </a:lnSpc>
            </a:pPr>
            <a:r>
              <a:rPr 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Build a Tkinter-based journaling application</a:t>
            </a:r>
            <a:endParaRPr lang="en-US" sz="1600" kern="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47" name="矩形 36"/>
          <p:cNvSpPr/>
          <p:nvPr>
            <p:custDataLst>
              <p:tags r:id="rId17"/>
            </p:custDataLst>
          </p:nvPr>
        </p:nvSpPr>
        <p:spPr>
          <a:xfrm>
            <a:off x="1672629" y="4842916"/>
            <a:ext cx="2862288" cy="1087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p>
            <a:pPr algn="r">
              <a:lnSpc>
                <a:spcPct val="150000"/>
              </a:lnSpc>
            </a:pPr>
            <a:r>
              <a:rPr 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Track emotional and wellness patterns</a:t>
            </a:r>
            <a:endParaRPr lang="en-US" sz="1600" kern="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48" name="矩形 42"/>
          <p:cNvSpPr/>
          <p:nvPr>
            <p:custDataLst>
              <p:tags r:id="rId18"/>
            </p:custDataLst>
          </p:nvPr>
        </p:nvSpPr>
        <p:spPr>
          <a:xfrm>
            <a:off x="7650127" y="1849404"/>
            <a:ext cx="2862117" cy="1087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/>
          </a:bodyPr>
          <a:p>
            <a:pPr>
              <a:lnSpc>
                <a:spcPct val="150000"/>
              </a:lnSpc>
            </a:pPr>
            <a:r>
              <a:rPr 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Use NLP for mood classification</a:t>
            </a:r>
            <a:endParaRPr lang="en-US" sz="1600" kern="0" dirty="0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50" name="矩形 48"/>
          <p:cNvSpPr/>
          <p:nvPr>
            <p:custDataLst>
              <p:tags r:id="rId19"/>
            </p:custDataLst>
          </p:nvPr>
        </p:nvSpPr>
        <p:spPr>
          <a:xfrm>
            <a:off x="7710455" y="4842916"/>
            <a:ext cx="2862117" cy="108774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t">
            <a:normAutofit lnSpcReduction="10000"/>
          </a:bodyPr>
          <a:p>
            <a:pPr>
              <a:lnSpc>
                <a:spcPct val="150000"/>
              </a:lnSpc>
            </a:pPr>
            <a:r>
              <a:rPr lang="en-US" sz="1600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sym typeface="+mn-ea"/>
              </a:rPr>
              <a:t>Promote emotional resilience and self-reflection</a:t>
            </a:r>
            <a:endParaRPr lang="en-US" sz="1600" kern="0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</p:txBody>
      </p:sp>
      <p:cxnSp>
        <p:nvCxnSpPr>
          <p:cNvPr id="51" name="直接连接符 18"/>
          <p:cNvCxnSpPr/>
          <p:nvPr>
            <p:custDataLst>
              <p:tags r:id="rId20"/>
            </p:custDataLst>
          </p:nvPr>
        </p:nvCxnSpPr>
        <p:spPr>
          <a:xfrm>
            <a:off x="4528975" y="2241850"/>
            <a:ext cx="534562" cy="0"/>
          </a:xfrm>
          <a:prstGeom prst="line">
            <a:avLst/>
          </a:prstGeom>
          <a:ln>
            <a:solidFill>
              <a:schemeClr val="accent1">
                <a:shade val="95000"/>
                <a:satMod val="105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21"/>
          <p:cNvCxnSpPr/>
          <p:nvPr>
            <p:custDataLst>
              <p:tags r:id="rId21"/>
            </p:custDataLst>
          </p:nvPr>
        </p:nvCxnSpPr>
        <p:spPr>
          <a:xfrm>
            <a:off x="3624063" y="3738606"/>
            <a:ext cx="349169" cy="1"/>
          </a:xfrm>
          <a:prstGeom prst="line">
            <a:avLst/>
          </a:prstGeom>
          <a:ln>
            <a:solidFill>
              <a:schemeClr val="accent3">
                <a:lumMod val="50000"/>
                <a:lumOff val="5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连接符 23"/>
          <p:cNvCxnSpPr/>
          <p:nvPr>
            <p:custDataLst>
              <p:tags r:id="rId22"/>
            </p:custDataLst>
          </p:nvPr>
        </p:nvCxnSpPr>
        <p:spPr>
          <a:xfrm flipV="1">
            <a:off x="4595018" y="5234727"/>
            <a:ext cx="585171" cy="1454"/>
          </a:xfrm>
          <a:prstGeom prst="line">
            <a:avLst/>
          </a:prstGeom>
          <a:ln>
            <a:solidFill>
              <a:schemeClr val="accent5">
                <a:lumMod val="60000"/>
                <a:lumOff val="4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连接符 25"/>
          <p:cNvCxnSpPr/>
          <p:nvPr>
            <p:custDataLst>
              <p:tags r:id="rId23"/>
            </p:custDataLst>
          </p:nvPr>
        </p:nvCxnSpPr>
        <p:spPr>
          <a:xfrm flipH="1">
            <a:off x="6986525" y="2241850"/>
            <a:ext cx="603301" cy="0"/>
          </a:xfrm>
          <a:prstGeom prst="line">
            <a:avLst/>
          </a:prstGeom>
          <a:ln>
            <a:solidFill>
              <a:schemeClr val="accent2">
                <a:lumMod val="90000"/>
                <a:lumOff val="1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32"/>
          <p:cNvCxnSpPr/>
          <p:nvPr>
            <p:custDataLst>
              <p:tags r:id="rId24"/>
            </p:custDataLst>
          </p:nvPr>
        </p:nvCxnSpPr>
        <p:spPr>
          <a:xfrm flipH="1">
            <a:off x="8200695" y="3738606"/>
            <a:ext cx="379018" cy="0"/>
          </a:xfrm>
          <a:prstGeom prst="line">
            <a:avLst/>
          </a:prstGeom>
          <a:ln>
            <a:solidFill>
              <a:schemeClr val="accent4">
                <a:lumMod val="80000"/>
                <a:lumOff val="2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41"/>
          <p:cNvCxnSpPr/>
          <p:nvPr>
            <p:custDataLst>
              <p:tags r:id="rId25"/>
            </p:custDataLst>
          </p:nvPr>
        </p:nvCxnSpPr>
        <p:spPr>
          <a:xfrm flipH="1" flipV="1">
            <a:off x="7126866" y="5234727"/>
            <a:ext cx="523391" cy="1454"/>
          </a:xfrm>
          <a:prstGeom prst="line">
            <a:avLst/>
          </a:prstGeom>
          <a:ln>
            <a:solidFill>
              <a:schemeClr val="accent6">
                <a:lumMod val="70000"/>
                <a:lumOff val="30000"/>
              </a:schemeClr>
            </a:solidFill>
            <a:head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矩形 2"/>
          <p:cNvSpPr/>
          <p:nvPr>
            <p:custDataLst>
              <p:tags r:id="rId26"/>
            </p:custDataLst>
          </p:nvPr>
        </p:nvSpPr>
        <p:spPr>
          <a:xfrm>
            <a:off x="3199231" y="1503315"/>
            <a:ext cx="1270052" cy="3467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r"/>
            <a:r>
              <a:rPr lang="en-US" sz="2000" b="1" kern="0" dirty="0">
                <a:solidFill>
                  <a:schemeClr val="accent1"/>
                </a:solidFill>
                <a:sym typeface="Arial" panose="020B0604020202020204" pitchFamily="34" charset="0"/>
              </a:rPr>
              <a:t>01</a:t>
            </a:r>
            <a:endParaRPr lang="en-US" sz="2000" b="1" kern="0" dirty="0">
              <a:solidFill>
                <a:schemeClr val="accent1"/>
              </a:solidFill>
              <a:sym typeface="Arial" panose="020B0604020202020204" pitchFamily="34" charset="0"/>
            </a:endParaRPr>
          </a:p>
        </p:txBody>
      </p:sp>
      <p:sp>
        <p:nvSpPr>
          <p:cNvPr id="58" name="矩形 3"/>
          <p:cNvSpPr/>
          <p:nvPr>
            <p:custDataLst>
              <p:tags r:id="rId27"/>
            </p:custDataLst>
          </p:nvPr>
        </p:nvSpPr>
        <p:spPr>
          <a:xfrm>
            <a:off x="2293684" y="2999436"/>
            <a:ext cx="1270052" cy="3467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r"/>
            <a:r>
              <a:rPr lang="en-US" sz="2000" b="1" kern="0" dirty="0">
                <a:solidFill>
                  <a:schemeClr val="accent6"/>
                </a:solidFill>
                <a:sym typeface="Arial" panose="020B0604020202020204" pitchFamily="34" charset="0"/>
              </a:rPr>
              <a:t>03</a:t>
            </a:r>
            <a:endParaRPr lang="en-US" sz="2000" b="1" kern="0" dirty="0">
              <a:solidFill>
                <a:schemeClr val="accent6"/>
              </a:solidFill>
              <a:sym typeface="Arial" panose="020B0604020202020204" pitchFamily="34" charset="0"/>
            </a:endParaRPr>
          </a:p>
        </p:txBody>
      </p:sp>
      <p:sp>
        <p:nvSpPr>
          <p:cNvPr id="59" name="矩形 4"/>
          <p:cNvSpPr/>
          <p:nvPr>
            <p:custDataLst>
              <p:tags r:id="rId28"/>
            </p:custDataLst>
          </p:nvPr>
        </p:nvSpPr>
        <p:spPr>
          <a:xfrm>
            <a:off x="3258923" y="4495557"/>
            <a:ext cx="1270052" cy="3467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r"/>
            <a:r>
              <a:rPr lang="en-US" sz="2000" b="1" kern="0" dirty="0">
                <a:solidFill>
                  <a:schemeClr val="accent5"/>
                </a:solidFill>
                <a:sym typeface="Arial" panose="020B0604020202020204" pitchFamily="34" charset="0"/>
              </a:rPr>
              <a:t>05</a:t>
            </a:r>
            <a:endParaRPr lang="en-US" sz="2000" b="1" kern="0" dirty="0">
              <a:solidFill>
                <a:schemeClr val="accent5"/>
              </a:solidFill>
              <a:sym typeface="Arial" panose="020B0604020202020204" pitchFamily="34" charset="0"/>
            </a:endParaRPr>
          </a:p>
        </p:txBody>
      </p:sp>
      <p:sp>
        <p:nvSpPr>
          <p:cNvPr id="60" name="矩形 8"/>
          <p:cNvSpPr/>
          <p:nvPr>
            <p:custDataLst>
              <p:tags r:id="rId29"/>
            </p:custDataLst>
          </p:nvPr>
        </p:nvSpPr>
        <p:spPr>
          <a:xfrm>
            <a:off x="7650762" y="1503315"/>
            <a:ext cx="1270052" cy="3467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l"/>
            <a:r>
              <a:rPr lang="en-US" sz="2000" b="1" kern="0" dirty="0">
                <a:solidFill>
                  <a:schemeClr val="accent2"/>
                </a:solidFill>
                <a:sym typeface="Arial" panose="020B0604020202020204" pitchFamily="34" charset="0"/>
              </a:rPr>
              <a:t>02</a:t>
            </a:r>
            <a:endParaRPr lang="en-US" sz="2000" b="1" kern="0" dirty="0">
              <a:solidFill>
                <a:schemeClr val="accent2"/>
              </a:solidFill>
              <a:sym typeface="Arial" panose="020B0604020202020204" pitchFamily="34" charset="0"/>
            </a:endParaRPr>
          </a:p>
        </p:txBody>
      </p:sp>
      <p:sp>
        <p:nvSpPr>
          <p:cNvPr id="61" name="矩形 9"/>
          <p:cNvSpPr/>
          <p:nvPr>
            <p:custDataLst>
              <p:tags r:id="rId30"/>
            </p:custDataLst>
          </p:nvPr>
        </p:nvSpPr>
        <p:spPr>
          <a:xfrm>
            <a:off x="8640132" y="2999436"/>
            <a:ext cx="1270052" cy="3467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l"/>
            <a:r>
              <a:rPr lang="en-US" sz="2000" b="1" kern="0" dirty="0">
                <a:solidFill>
                  <a:schemeClr val="accent4"/>
                </a:solidFill>
                <a:sym typeface="Arial" panose="020B0604020202020204" pitchFamily="34" charset="0"/>
              </a:rPr>
              <a:t>04</a:t>
            </a:r>
            <a:endParaRPr lang="en-US" sz="2000" b="1" kern="0" dirty="0">
              <a:solidFill>
                <a:schemeClr val="accent4"/>
              </a:solidFill>
              <a:sym typeface="Arial" panose="020B0604020202020204" pitchFamily="34" charset="0"/>
            </a:endParaRPr>
          </a:p>
        </p:txBody>
      </p:sp>
      <p:sp>
        <p:nvSpPr>
          <p:cNvPr id="62" name="矩形 10"/>
          <p:cNvSpPr/>
          <p:nvPr>
            <p:custDataLst>
              <p:tags r:id="rId31"/>
            </p:custDataLst>
          </p:nvPr>
        </p:nvSpPr>
        <p:spPr>
          <a:xfrm>
            <a:off x="7725060" y="4495557"/>
            <a:ext cx="1270052" cy="34672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l"/>
            <a:r>
              <a:rPr lang="en-US" sz="2000" b="1" kern="0" dirty="0">
                <a:solidFill>
                  <a:schemeClr val="accent3"/>
                </a:solidFill>
                <a:sym typeface="Arial" panose="020B0604020202020204" pitchFamily="34" charset="0"/>
              </a:rPr>
              <a:t>06</a:t>
            </a:r>
            <a:endParaRPr lang="en-US" sz="2000" b="1" kern="0" dirty="0">
              <a:solidFill>
                <a:schemeClr val="accent3"/>
              </a:solidFill>
              <a:sym typeface="Arial" panose="020B0604020202020204" pitchFamily="34" charset="0"/>
            </a:endParaRPr>
          </a:p>
        </p:txBody>
      </p:sp>
    </p:spTree>
    <p:custDataLst>
      <p:tags r:id="rId32"/>
    </p:custData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t>Literature Review</a:t>
            </a:r>
          </a:p>
        </p:txBody>
      </p:sp>
      <p:sp>
        <p:nvSpPr>
          <p:cNvPr id="7" name="任意多边形 19"/>
          <p:cNvSpPr/>
          <p:nvPr>
            <p:custDataLst>
              <p:tags r:id="rId2"/>
            </p:custDataLst>
          </p:nvPr>
        </p:nvSpPr>
        <p:spPr>
          <a:xfrm>
            <a:off x="945068" y="3017673"/>
            <a:ext cx="5036645" cy="1386127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189" y="0"/>
                </a:moveTo>
                <a:lnTo>
                  <a:pt x="2366" y="0"/>
                </a:lnTo>
                <a:cubicBezTo>
                  <a:pt x="2370" y="0"/>
                  <a:pt x="2374" y="0"/>
                  <a:pt x="2378" y="0"/>
                </a:cubicBezTo>
                <a:lnTo>
                  <a:pt x="2388" y="1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5310" y="2179"/>
                </a:lnTo>
                <a:lnTo>
                  <a:pt x="2189" y="2179"/>
                </a:lnTo>
                <a:lnTo>
                  <a:pt x="243" y="2179"/>
                </a:lnTo>
                <a:cubicBezTo>
                  <a:pt x="109" y="2179"/>
                  <a:pt x="0" y="2072"/>
                  <a:pt x="0" y="1939"/>
                </a:cubicBezTo>
                <a:lnTo>
                  <a:pt x="0" y="1689"/>
                </a:lnTo>
                <a:lnTo>
                  <a:pt x="27" y="1693"/>
                </a:lnTo>
                <a:cubicBezTo>
                  <a:pt x="58" y="1698"/>
                  <a:pt x="90" y="1701"/>
                  <a:pt x="123" y="1701"/>
                </a:cubicBezTo>
                <a:cubicBezTo>
                  <a:pt x="468" y="1701"/>
                  <a:pt x="747" y="1425"/>
                  <a:pt x="747" y="1084"/>
                </a:cubicBezTo>
                <a:cubicBezTo>
                  <a:pt x="747" y="744"/>
                  <a:pt x="468" y="468"/>
                  <a:pt x="123" y="468"/>
                </a:cubicBezTo>
                <a:cubicBezTo>
                  <a:pt x="90" y="468"/>
                  <a:pt x="58" y="471"/>
                  <a:pt x="27" y="476"/>
                </a:cubicBezTo>
                <a:lnTo>
                  <a:pt x="0" y="479"/>
                </a:lnTo>
                <a:lnTo>
                  <a:pt x="0" y="241"/>
                </a:lnTo>
                <a:cubicBezTo>
                  <a:pt x="0" y="108"/>
                  <a:pt x="109" y="1"/>
                  <a:pt x="243" y="1"/>
                </a:cubicBezTo>
                <a:lnTo>
                  <a:pt x="2189" y="1"/>
                </a:lnTo>
                <a:lnTo>
                  <a:pt x="2189" y="0"/>
                </a:ln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sym typeface="+mn-ea"/>
              </a:rPr>
              <a:t>Existing apps lack privacy-first architecture</a:t>
            </a:r>
            <a:endParaRPr 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8" name="任意多边形 22"/>
          <p:cNvSpPr/>
          <p:nvPr>
            <p:custDataLst>
              <p:tags r:id="rId3"/>
            </p:custDataLst>
          </p:nvPr>
        </p:nvSpPr>
        <p:spPr>
          <a:xfrm>
            <a:off x="945068" y="4678349"/>
            <a:ext cx="5036645" cy="1386127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79">
                <a:moveTo>
                  <a:pt x="243" y="0"/>
                </a:moveTo>
                <a:lnTo>
                  <a:pt x="2189" y="0"/>
                </a:lnTo>
                <a:lnTo>
                  <a:pt x="2366" y="0"/>
                </a:lnTo>
                <a:lnTo>
                  <a:pt x="2378" y="0"/>
                </a:lnTo>
                <a:lnTo>
                  <a:pt x="5310" y="0"/>
                </a:lnTo>
                <a:lnTo>
                  <a:pt x="5310" y="1"/>
                </a:lnTo>
                <a:lnTo>
                  <a:pt x="7688" y="1"/>
                </a:lnTo>
                <a:cubicBezTo>
                  <a:pt x="7822" y="1"/>
                  <a:pt x="7931" y="108"/>
                  <a:pt x="7931" y="241"/>
                </a:cubicBezTo>
                <a:lnTo>
                  <a:pt x="7931" y="1939"/>
                </a:lnTo>
                <a:cubicBezTo>
                  <a:pt x="7931" y="2072"/>
                  <a:pt x="7822" y="2179"/>
                  <a:pt x="7688" y="2179"/>
                </a:cubicBezTo>
                <a:lnTo>
                  <a:pt x="2189" y="2179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sym typeface="+mn-ea"/>
              </a:rPr>
              <a:t>Spiritual guidance improves emotional resilience</a:t>
            </a:r>
            <a:endParaRPr 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9" name="任意多边形 5"/>
          <p:cNvSpPr/>
          <p:nvPr>
            <p:custDataLst>
              <p:tags r:id="rId4"/>
            </p:custDataLst>
          </p:nvPr>
        </p:nvSpPr>
        <p:spPr>
          <a:xfrm>
            <a:off x="945068" y="1357631"/>
            <a:ext cx="5036645" cy="1384426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>
                <a:solidFill>
                  <a:schemeClr val="tx1"/>
                </a:solidFill>
                <a:sym typeface="+mn-ea"/>
              </a:rPr>
              <a:t>Bhagavad Gita supports cognitive restructuring</a:t>
            </a:r>
            <a:endParaRPr lang="en-US" sz="1600">
              <a:solidFill>
                <a:schemeClr val="tx1"/>
              </a:solidFill>
              <a:sym typeface="+mn-ea"/>
            </a:endParaRPr>
          </a:p>
        </p:txBody>
      </p:sp>
      <p:sp>
        <p:nvSpPr>
          <p:cNvPr id="10" name="椭圆 4"/>
          <p:cNvSpPr/>
          <p:nvPr>
            <p:custDataLst>
              <p:tags r:id="rId5"/>
            </p:custDataLst>
          </p:nvPr>
        </p:nvSpPr>
        <p:spPr>
          <a:xfrm>
            <a:off x="698031" y="1725330"/>
            <a:ext cx="648167" cy="64816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 dirty="0">
                <a:solidFill>
                  <a:schemeClr val="lt1"/>
                </a:solidFill>
                <a:sym typeface="+mn-lt"/>
              </a:rPr>
              <a:t>01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1" name="椭圆 21"/>
          <p:cNvSpPr/>
          <p:nvPr>
            <p:custDataLst>
              <p:tags r:id="rId6"/>
            </p:custDataLst>
          </p:nvPr>
        </p:nvSpPr>
        <p:spPr>
          <a:xfrm>
            <a:off x="698031" y="3385371"/>
            <a:ext cx="648167" cy="648167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03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4" name="任意多边形 27"/>
          <p:cNvSpPr/>
          <p:nvPr>
            <p:custDataLst>
              <p:tags r:id="rId7"/>
            </p:custDataLst>
          </p:nvPr>
        </p:nvSpPr>
        <p:spPr>
          <a:xfrm>
            <a:off x="6468168" y="1357631"/>
            <a:ext cx="5036645" cy="1384426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sym typeface="+mn-ea"/>
              </a:rPr>
              <a:t>NLP improves emotional pattern detection</a:t>
            </a:r>
            <a:endParaRPr lang="en-US" sz="16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5" name="椭圆 24"/>
          <p:cNvSpPr/>
          <p:nvPr>
            <p:custDataLst>
              <p:tags r:id="rId8"/>
            </p:custDataLst>
          </p:nvPr>
        </p:nvSpPr>
        <p:spPr>
          <a:xfrm>
            <a:off x="698031" y="5045413"/>
            <a:ext cx="648167" cy="64816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05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6" name="椭圆 28"/>
          <p:cNvSpPr/>
          <p:nvPr>
            <p:custDataLst>
              <p:tags r:id="rId9"/>
            </p:custDataLst>
          </p:nvPr>
        </p:nvSpPr>
        <p:spPr>
          <a:xfrm>
            <a:off x="6221130" y="1725330"/>
            <a:ext cx="648167" cy="64816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02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  <p:sp>
        <p:nvSpPr>
          <p:cNvPr id="17" name="任意多边形 2"/>
          <p:cNvSpPr/>
          <p:nvPr>
            <p:custDataLst>
              <p:tags r:id="rId10"/>
            </p:custDataLst>
          </p:nvPr>
        </p:nvSpPr>
        <p:spPr>
          <a:xfrm>
            <a:off x="6468803" y="3018308"/>
            <a:ext cx="5036645" cy="1384426"/>
          </a:xfrm>
          <a:custGeom>
            <a:avLst/>
            <a:gdLst>
              <a:gd name="adj" fmla="val 10987"/>
              <a:gd name="a" fmla="pin 0 adj 50000"/>
              <a:gd name="x1" fmla="*/ ss a 100000"/>
              <a:gd name="x2" fmla="+- r 0 x1"/>
              <a:gd name="y2" fmla="+- b 0 x1"/>
              <a:gd name="il" fmla="*/ x1 29289 100000"/>
              <a:gd name="ir" fmla="+- r 0 il"/>
              <a:gd name="ib" fmla="+- b 0 il"/>
            </a:gdLst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931" h="2180">
                <a:moveTo>
                  <a:pt x="243" y="0"/>
                </a:moveTo>
                <a:lnTo>
                  <a:pt x="5310" y="0"/>
                </a:lnTo>
                <a:lnTo>
                  <a:pt x="5310" y="2"/>
                </a:lnTo>
                <a:lnTo>
                  <a:pt x="7688" y="2"/>
                </a:lnTo>
                <a:cubicBezTo>
                  <a:pt x="7822" y="2"/>
                  <a:pt x="7931" y="109"/>
                  <a:pt x="7931" y="242"/>
                </a:cubicBezTo>
                <a:lnTo>
                  <a:pt x="7931" y="1940"/>
                </a:lnTo>
                <a:cubicBezTo>
                  <a:pt x="7931" y="2073"/>
                  <a:pt x="7822" y="2180"/>
                  <a:pt x="7688" y="2180"/>
                </a:cubicBezTo>
                <a:lnTo>
                  <a:pt x="2189" y="2180"/>
                </a:lnTo>
                <a:lnTo>
                  <a:pt x="2189" y="2178"/>
                </a:lnTo>
                <a:lnTo>
                  <a:pt x="243" y="2178"/>
                </a:lnTo>
                <a:cubicBezTo>
                  <a:pt x="109" y="2178"/>
                  <a:pt x="0" y="2071"/>
                  <a:pt x="0" y="1938"/>
                </a:cubicBezTo>
                <a:lnTo>
                  <a:pt x="0" y="1688"/>
                </a:lnTo>
                <a:lnTo>
                  <a:pt x="27" y="1692"/>
                </a:lnTo>
                <a:cubicBezTo>
                  <a:pt x="58" y="1697"/>
                  <a:pt x="90" y="1700"/>
                  <a:pt x="123" y="1700"/>
                </a:cubicBezTo>
                <a:cubicBezTo>
                  <a:pt x="468" y="1700"/>
                  <a:pt x="747" y="1424"/>
                  <a:pt x="747" y="1083"/>
                </a:cubicBezTo>
                <a:cubicBezTo>
                  <a:pt x="747" y="743"/>
                  <a:pt x="468" y="467"/>
                  <a:pt x="123" y="467"/>
                </a:cubicBezTo>
                <a:cubicBezTo>
                  <a:pt x="90" y="467"/>
                  <a:pt x="58" y="470"/>
                  <a:pt x="27" y="475"/>
                </a:cubicBezTo>
                <a:lnTo>
                  <a:pt x="0" y="478"/>
                </a:lnTo>
                <a:lnTo>
                  <a:pt x="0" y="240"/>
                </a:lnTo>
                <a:cubicBezTo>
                  <a:pt x="0" y="107"/>
                  <a:pt x="109" y="0"/>
                  <a:pt x="243" y="0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15000"/>
            </a:schemeClr>
          </a:solidFill>
          <a:ln w="6350">
            <a:solidFill>
              <a:schemeClr val="lt1">
                <a:lumMod val="100000"/>
                <a:alpha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03580" tIns="634" rIns="163195" bIns="0" rtlCol="0" anchor="ctr">
            <a:normAutofit/>
          </a:bodyPr>
          <a:p>
            <a:pPr>
              <a:lnSpc>
                <a:spcPct val="150000"/>
              </a:lnSpc>
            </a:pPr>
            <a:r>
              <a:rPr lang="en-US" sz="1600" dirty="0">
                <a:solidFill>
                  <a:schemeClr val="tx1"/>
                </a:solidFill>
                <a:sym typeface="+mn-ea"/>
              </a:rPr>
              <a:t>Cloud-based systems risk data security</a:t>
            </a:r>
            <a:endParaRPr lang="en-US" sz="1600" dirty="0">
              <a:solidFill>
                <a:schemeClr val="tx1"/>
              </a:solidFill>
              <a:sym typeface="+mn-ea"/>
            </a:endParaRPr>
          </a:p>
        </p:txBody>
      </p:sp>
      <p:sp>
        <p:nvSpPr>
          <p:cNvPr id="18" name="椭圆 3"/>
          <p:cNvSpPr/>
          <p:nvPr>
            <p:custDataLst>
              <p:tags r:id="rId11"/>
            </p:custDataLst>
          </p:nvPr>
        </p:nvSpPr>
        <p:spPr>
          <a:xfrm>
            <a:off x="6221765" y="3386006"/>
            <a:ext cx="648167" cy="64816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0" rIns="0" bIns="0" rtlCol="0" anchor="ctr">
            <a:normAutofit/>
          </a:bodyPr>
          <a:p>
            <a:pPr algn="ctr"/>
            <a:r>
              <a:rPr lang="en-US" b="1">
                <a:solidFill>
                  <a:schemeClr val="lt1"/>
                </a:solidFill>
                <a:sym typeface="+mn-lt"/>
              </a:rPr>
              <a:t>04</a:t>
            </a:r>
            <a:endParaRPr lang="en-US" b="1" dirty="0">
              <a:solidFill>
                <a:schemeClr val="lt1"/>
              </a:solidFill>
              <a:sym typeface="+mn-lt"/>
            </a:endParaRPr>
          </a:p>
        </p:txBody>
      </p:sp>
    </p:spTree>
    <p:custDataLst>
      <p:tags r:id="rId12"/>
    </p:custDataLst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System Architecture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p>
            <a:r>
              <a:rPr lang="en-US" altLang="en-US" sz="1800"/>
              <a:t>GUI Layer using Tkinter</a:t>
            </a:r>
            <a:endParaRPr lang="en-US" altLang="en-US" sz="1800"/>
          </a:p>
          <a:p>
            <a:r>
              <a:rPr lang="en-US" altLang="en-US" sz="1800"/>
              <a:t>Authentication Module</a:t>
            </a:r>
            <a:endParaRPr lang="en-US" altLang="en-US" sz="1800"/>
          </a:p>
          <a:p>
            <a:r>
              <a:rPr lang="en-US" altLang="en-US" sz="1800"/>
              <a:t>Sentiment Analysis Engine</a:t>
            </a:r>
            <a:endParaRPr lang="en-US" altLang="en-US" sz="1800"/>
          </a:p>
          <a:p>
            <a:r>
              <a:rPr lang="en-US" altLang="en-US" sz="1800"/>
              <a:t>Shloka Recommendation Engine</a:t>
            </a:r>
            <a:endParaRPr lang="en-US" altLang="en-US" sz="1800"/>
          </a:p>
          <a:p>
            <a:r>
              <a:rPr lang="en-US" altLang="en-US" sz="1800"/>
              <a:t>SQLite/MySQL Database</a:t>
            </a:r>
            <a:endParaRPr lang="en-US" altLang="en-US" sz="1800"/>
          </a:p>
          <a:p>
            <a:r>
              <a:rPr lang="en-US" altLang="en-US" sz="1800"/>
              <a:t>CRUD and Analytics Module</a:t>
            </a:r>
            <a:endParaRPr lang="en-US" altLang="en-US" sz="180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en-US"/>
          </a:p>
        </p:txBody>
      </p:sp>
      <p:pic>
        <p:nvPicPr>
          <p:cNvPr id="3" name="Picture 2" descr="WhatsApp Image 2026-05-20 at 11.17.22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25620" y="1426845"/>
            <a:ext cx="6775450" cy="494284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Deployment Diagram &amp; Use Case Diagram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en-US"/>
          </a:p>
        </p:txBody>
      </p:sp>
      <p:pic>
        <p:nvPicPr>
          <p:cNvPr id="8" name="Content Placeholder 7" descr="WhatsApp Image 2026-05-20 at 11.17.22 AM (3)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6526530" y="1464945"/>
            <a:ext cx="4812665" cy="4661535"/>
          </a:xfrm>
          <a:prstGeom prst="rect">
            <a:avLst/>
          </a:prstGeom>
        </p:spPr>
      </p:pic>
      <p:pic>
        <p:nvPicPr>
          <p:cNvPr id="5" name="Picture 4" descr="WhatsApp Image 2026-05-20 at 11.17.21 AM (2)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135" y="1464945"/>
            <a:ext cx="5549265" cy="46609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Data Flow Diagram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en-US"/>
          </a:p>
        </p:txBody>
      </p:sp>
      <p:pic>
        <p:nvPicPr>
          <p:cNvPr id="8" name="Picture 7" descr="WhatsApp Image 2026-05-20 at 11.40.42 AM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600200"/>
            <a:ext cx="5430520" cy="4526915"/>
          </a:xfrm>
          <a:prstGeom prst="rect">
            <a:avLst/>
          </a:prstGeom>
        </p:spPr>
      </p:pic>
      <p:pic>
        <p:nvPicPr>
          <p:cNvPr id="9" name="Picture 8" descr="WhatsApp Image 2026-05-20 at 11.40.42 AM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235" y="1600200"/>
            <a:ext cx="5384165" cy="4526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ER Diagram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en-US"/>
          </a:p>
        </p:txBody>
      </p:sp>
      <p:pic>
        <p:nvPicPr>
          <p:cNvPr id="6" name="Picture 5" descr="WhatsApp Image 2026-05-20 at 11.17.23 AM (6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97600" y="1600200"/>
            <a:ext cx="5384800" cy="4526280"/>
          </a:xfrm>
          <a:prstGeom prst="rect">
            <a:avLst/>
          </a:prstGeom>
        </p:spPr>
      </p:pic>
      <p:pic>
        <p:nvPicPr>
          <p:cNvPr id="7" name="Picture 6" descr="WhatsApp Image 2026-05-20 at 11.40.42 AM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600200"/>
            <a:ext cx="5384800" cy="4526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Sequence Diagram &amp; Class Diagram 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en-US"/>
              <a:t>Sequence Diagram 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r>
              <a:rPr lang="en-US"/>
              <a:t>Class Diagram</a:t>
            </a:r>
            <a:endParaRPr lang="en-US"/>
          </a:p>
        </p:txBody>
      </p:sp>
      <p:pic>
        <p:nvPicPr>
          <p:cNvPr id="9" name="Content Placeholder 8" descr="WhatsApp Image 2026-05-20 at 11.17.23 AM (5)"/>
          <p:cNvPicPr>
            <a:picLocks noChangeAspect="1"/>
          </p:cNvPicPr>
          <p:nvPr>
            <p:ph sz="quarter" idx="4"/>
          </p:nvPr>
        </p:nvPicPr>
        <p:blipFill>
          <a:blip r:embed="rId1"/>
          <a:stretch>
            <a:fillRect/>
          </a:stretch>
        </p:blipFill>
        <p:spPr>
          <a:xfrm>
            <a:off x="6193155" y="2174875"/>
            <a:ext cx="5389245" cy="3589020"/>
          </a:xfrm>
          <a:prstGeom prst="rect">
            <a:avLst/>
          </a:prstGeom>
        </p:spPr>
      </p:pic>
      <p:pic>
        <p:nvPicPr>
          <p:cNvPr id="4" name="Picture 3" descr="WhatsApp Image 2026-05-20 at 11.17.23 AM (4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175510"/>
            <a:ext cx="5387340" cy="39503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pPr algn="ctr"/>
            <a:r>
              <a:rPr lang="en-US" spc="0" dirty="0">
                <a:latin typeface="+mj-lt"/>
              </a:rPr>
              <a:t>Requirements</a:t>
            </a:r>
            <a:endParaRPr lang="en-US" spc="0" dirty="0">
              <a:latin typeface="+mj-lt"/>
            </a:endParaRPr>
          </a:p>
        </p:txBody>
      </p:sp>
      <p:sp>
        <p:nvSpPr>
          <p:cNvPr id="5" name="矩形 2"/>
          <p:cNvSpPr/>
          <p:nvPr>
            <p:custDataLst>
              <p:tags r:id="rId2"/>
            </p:custDataLst>
          </p:nvPr>
        </p:nvSpPr>
        <p:spPr>
          <a:xfrm>
            <a:off x="913765" y="1476375"/>
            <a:ext cx="4596765" cy="1059180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 fontScale="90000"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7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01</a:t>
            </a:r>
            <a:endParaRPr lang="en-US" sz="7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20" name="直接连接符 19"/>
          <p:cNvCxnSpPr/>
          <p:nvPr>
            <p:custDataLst>
              <p:tags r:id="rId3"/>
            </p:custDataLst>
          </p:nvPr>
        </p:nvCxnSpPr>
        <p:spPr>
          <a:xfrm>
            <a:off x="913810" y="2669008"/>
            <a:ext cx="4487441" cy="0"/>
          </a:xfrm>
          <a:prstGeom prst="line">
            <a:avLst/>
          </a:prstGeom>
          <a:ln w="1270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4"/>
          <p:cNvSpPr/>
          <p:nvPr>
            <p:custDataLst>
              <p:tags r:id="rId4"/>
            </p:custDataLst>
          </p:nvPr>
        </p:nvSpPr>
        <p:spPr>
          <a:xfrm>
            <a:off x="912540" y="2838000"/>
            <a:ext cx="4598198" cy="45677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 b="1" u="sng" dirty="0">
                <a:solidFill>
                  <a:schemeClr val="tx1"/>
                </a:solidFill>
                <a:latin typeface="+mj-lt"/>
              </a:rPr>
              <a:t>Functional Requirements</a:t>
            </a:r>
            <a:endParaRPr lang="en-US" sz="2400" b="1" u="sng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9" name="矩形 5"/>
          <p:cNvSpPr/>
          <p:nvPr>
            <p:custDataLst>
              <p:tags r:id="rId5"/>
            </p:custDataLst>
          </p:nvPr>
        </p:nvSpPr>
        <p:spPr>
          <a:xfrm>
            <a:off x="902335" y="3295650"/>
            <a:ext cx="4598035" cy="3175635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Secure user registration and login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Emotional journaling and CRUD operations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NLP-based mood detection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Bhagavad Gita shloka recommendation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Period and wellness tracking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Data visualization and analytics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Crisis keyword detection using regex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CSV export and history management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9" name="矩形 6"/>
          <p:cNvSpPr/>
          <p:nvPr>
            <p:custDataLst>
              <p:tags r:id="rId6"/>
            </p:custDataLst>
          </p:nvPr>
        </p:nvSpPr>
        <p:spPr>
          <a:xfrm>
            <a:off x="6681160" y="1476610"/>
            <a:ext cx="4596708" cy="1179889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7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02</a:t>
            </a:r>
            <a:endParaRPr lang="en-US" sz="7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21" name="直接连接符 10"/>
          <p:cNvCxnSpPr/>
          <p:nvPr>
            <p:custDataLst>
              <p:tags r:id="rId7"/>
            </p:custDataLst>
          </p:nvPr>
        </p:nvCxnSpPr>
        <p:spPr>
          <a:xfrm>
            <a:off x="6679255" y="2656308"/>
            <a:ext cx="4487441" cy="0"/>
          </a:xfrm>
          <a:prstGeom prst="line">
            <a:avLst/>
          </a:prstGeom>
          <a:ln w="12700">
            <a:solidFill>
              <a:schemeClr val="accent2">
                <a:alpha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矩形 8"/>
          <p:cNvSpPr/>
          <p:nvPr>
            <p:custDataLst>
              <p:tags r:id="rId8"/>
            </p:custDataLst>
          </p:nvPr>
        </p:nvSpPr>
        <p:spPr>
          <a:xfrm>
            <a:off x="6679890" y="2838635"/>
            <a:ext cx="4598198" cy="45677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 b="1" u="sng" dirty="0">
                <a:solidFill>
                  <a:schemeClr val="tx1"/>
                </a:solidFill>
                <a:latin typeface="+mj-lt"/>
              </a:rPr>
              <a:t>Non-Functional Requirements</a:t>
            </a:r>
            <a:endParaRPr lang="en-US" sz="2400" b="1" u="sng" dirty="0">
              <a:solidFill>
                <a:schemeClr val="tx1"/>
              </a:solidFill>
              <a:latin typeface="+mj-lt"/>
            </a:endParaRPr>
          </a:p>
        </p:txBody>
      </p:sp>
      <p:sp>
        <p:nvSpPr>
          <p:cNvPr id="23" name="矩形 13"/>
          <p:cNvSpPr/>
          <p:nvPr>
            <p:custDataLst>
              <p:tags r:id="rId9"/>
            </p:custDataLst>
          </p:nvPr>
        </p:nvSpPr>
        <p:spPr>
          <a:xfrm>
            <a:off x="6568440" y="3295015"/>
            <a:ext cx="4598035" cy="2512060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Autofit/>
          </a:bodyPr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Fully offline application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Privacy-first architecture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Lightweight desktop performance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Fast response and query speed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User-friendly GUI design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Reliable local database storage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custDataLst>
      <p:tags r:id="rId10"/>
    </p:custData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形 3"/>
          <p:cNvSpPr/>
          <p:nvPr>
            <p:custDataLst>
              <p:tags r:id="rId1"/>
            </p:custDataLst>
          </p:nvPr>
        </p:nvSpPr>
        <p:spPr>
          <a:xfrm>
            <a:off x="696000" y="1341439"/>
            <a:ext cx="5656607" cy="4934454"/>
          </a:xfrm>
          <a:custGeom>
            <a:avLst/>
            <a:gdLst>
              <a:gd name="connsiteX0" fmla="*/ 0 w 5656607"/>
              <a:gd name="connsiteY0" fmla="*/ 298931 h 4934454"/>
              <a:gd name="connsiteX1" fmla="*/ 0 w 5656607"/>
              <a:gd name="connsiteY1" fmla="*/ 4635524 h 4934454"/>
              <a:gd name="connsiteX2" fmla="*/ 312591 w 5656607"/>
              <a:gd name="connsiteY2" fmla="*/ 4934455 h 4934454"/>
              <a:gd name="connsiteX3" fmla="*/ 4364164 w 5656607"/>
              <a:gd name="connsiteY3" fmla="*/ 4934455 h 4934454"/>
              <a:gd name="connsiteX4" fmla="*/ 4669709 w 5656607"/>
              <a:gd name="connsiteY4" fmla="*/ 4698646 h 4934454"/>
              <a:gd name="connsiteX5" fmla="*/ 5649438 w 5656607"/>
              <a:gd name="connsiteY5" fmla="*/ 362058 h 4934454"/>
              <a:gd name="connsiteX6" fmla="*/ 5343892 w 5656607"/>
              <a:gd name="connsiteY6" fmla="*/ 0 h 4934454"/>
              <a:gd name="connsiteX7" fmla="*/ 312591 w 5656607"/>
              <a:gd name="connsiteY7" fmla="*/ 0 h 4934454"/>
              <a:gd name="connsiteX8" fmla="*/ 0 w 5656607"/>
              <a:gd name="connsiteY8" fmla="*/ 298931 h 4934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56607" h="4934454">
                <a:moveTo>
                  <a:pt x="0" y="298931"/>
                </a:moveTo>
                <a:lnTo>
                  <a:pt x="0" y="4635524"/>
                </a:lnTo>
                <a:cubicBezTo>
                  <a:pt x="0" y="4800617"/>
                  <a:pt x="139952" y="4934455"/>
                  <a:pt x="312591" y="4934455"/>
                </a:cubicBezTo>
                <a:lnTo>
                  <a:pt x="4364164" y="4934455"/>
                </a:lnTo>
                <a:cubicBezTo>
                  <a:pt x="4511369" y="4934455"/>
                  <a:pt x="4638625" y="4836244"/>
                  <a:pt x="4669709" y="4698646"/>
                </a:cubicBezTo>
                <a:lnTo>
                  <a:pt x="5649438" y="362058"/>
                </a:lnTo>
                <a:cubicBezTo>
                  <a:pt x="5691506" y="175836"/>
                  <a:pt x="5543119" y="0"/>
                  <a:pt x="5343892" y="0"/>
                </a:cubicBezTo>
                <a:lnTo>
                  <a:pt x="312591" y="0"/>
                </a:lnTo>
                <a:cubicBezTo>
                  <a:pt x="139952" y="0"/>
                  <a:pt x="0" y="133836"/>
                  <a:pt x="0" y="298931"/>
                </a:cubicBezTo>
                <a:close/>
              </a:path>
            </a:pathLst>
          </a:custGeom>
          <a:solidFill>
            <a:schemeClr val="accent1"/>
          </a:solidFill>
          <a:ln w="624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5" name="图形 1"/>
          <p:cNvSpPr/>
          <p:nvPr>
            <p:custDataLst>
              <p:tags r:id="rId2"/>
            </p:custDataLst>
          </p:nvPr>
        </p:nvSpPr>
        <p:spPr>
          <a:xfrm flipH="1" flipV="1">
            <a:off x="5763757" y="1341439"/>
            <a:ext cx="5656607" cy="4934454"/>
          </a:xfrm>
          <a:custGeom>
            <a:avLst/>
            <a:gdLst>
              <a:gd name="connsiteX0" fmla="*/ 0 w 5656607"/>
              <a:gd name="connsiteY0" fmla="*/ 298931 h 4934454"/>
              <a:gd name="connsiteX1" fmla="*/ 0 w 5656607"/>
              <a:gd name="connsiteY1" fmla="*/ 4635524 h 4934454"/>
              <a:gd name="connsiteX2" fmla="*/ 312591 w 5656607"/>
              <a:gd name="connsiteY2" fmla="*/ 4934455 h 4934454"/>
              <a:gd name="connsiteX3" fmla="*/ 4364164 w 5656607"/>
              <a:gd name="connsiteY3" fmla="*/ 4934455 h 4934454"/>
              <a:gd name="connsiteX4" fmla="*/ 4669709 w 5656607"/>
              <a:gd name="connsiteY4" fmla="*/ 4698646 h 4934454"/>
              <a:gd name="connsiteX5" fmla="*/ 5649438 w 5656607"/>
              <a:gd name="connsiteY5" fmla="*/ 362058 h 4934454"/>
              <a:gd name="connsiteX6" fmla="*/ 5343892 w 5656607"/>
              <a:gd name="connsiteY6" fmla="*/ 0 h 4934454"/>
              <a:gd name="connsiteX7" fmla="*/ 312591 w 5656607"/>
              <a:gd name="connsiteY7" fmla="*/ 0 h 4934454"/>
              <a:gd name="connsiteX8" fmla="*/ 0 w 5656607"/>
              <a:gd name="connsiteY8" fmla="*/ 298931 h 49344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656607" h="4934454">
                <a:moveTo>
                  <a:pt x="0" y="298931"/>
                </a:moveTo>
                <a:lnTo>
                  <a:pt x="0" y="4635524"/>
                </a:lnTo>
                <a:cubicBezTo>
                  <a:pt x="0" y="4800617"/>
                  <a:pt x="139952" y="4934455"/>
                  <a:pt x="312591" y="4934455"/>
                </a:cubicBezTo>
                <a:lnTo>
                  <a:pt x="4364164" y="4934455"/>
                </a:lnTo>
                <a:cubicBezTo>
                  <a:pt x="4511369" y="4934455"/>
                  <a:pt x="4638625" y="4836244"/>
                  <a:pt x="4669709" y="4698646"/>
                </a:cubicBezTo>
                <a:lnTo>
                  <a:pt x="5649438" y="362058"/>
                </a:lnTo>
                <a:cubicBezTo>
                  <a:pt x="5691506" y="175836"/>
                  <a:pt x="5543119" y="0"/>
                  <a:pt x="5343892" y="0"/>
                </a:cubicBezTo>
                <a:lnTo>
                  <a:pt x="312591" y="0"/>
                </a:lnTo>
                <a:cubicBezTo>
                  <a:pt x="139952" y="0"/>
                  <a:pt x="0" y="133836"/>
                  <a:pt x="0" y="298931"/>
                </a:cubicBezTo>
                <a:close/>
              </a:path>
            </a:pathLst>
          </a:custGeom>
          <a:solidFill>
            <a:schemeClr val="tx1">
              <a:lumMod val="40000"/>
              <a:lumOff val="60000"/>
              <a:alpha val="20000"/>
            </a:schemeClr>
          </a:solidFill>
          <a:ln w="6243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>
              <a:solidFill>
                <a:schemeClr val="bg1">
                  <a:lumMod val="95000"/>
                </a:schemeClr>
              </a:solidFill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/>
        <p:txBody>
          <a:bodyPr wrap="square" lIns="0" tIns="0" rIns="0" bIns="0" anchor="b" anchorCtr="0">
            <a:normAutofit/>
          </a:bodyPr>
          <a:lstStyle/>
          <a:p>
            <a:r>
              <a:rPr lang="en-US" sz="3600" spc="0" dirty="0">
                <a:latin typeface="+mj-lt"/>
              </a:rPr>
              <a:t>Methodology</a:t>
            </a:r>
            <a:endParaRPr lang="en-US" sz="3600" spc="0" dirty="0">
              <a:latin typeface="+mj-lt"/>
            </a:endParaRPr>
          </a:p>
        </p:txBody>
      </p:sp>
      <p:sp>
        <p:nvSpPr>
          <p:cNvPr id="11" name="矩形 10"/>
          <p:cNvSpPr/>
          <p:nvPr>
            <p:custDataLst>
              <p:tags r:id="rId4"/>
            </p:custDataLst>
          </p:nvPr>
        </p:nvSpPr>
        <p:spPr>
          <a:xfrm>
            <a:off x="1062636" y="2727232"/>
            <a:ext cx="4395629" cy="317945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2400" b="1" u="sng" dirty="0">
                <a:ln>
                  <a:noFill/>
                  <a:prstDash val="sysDot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Approach Used</a:t>
            </a:r>
            <a:endParaRPr lang="en-US" altLang="en-US" sz="2400" b="1" u="sng" dirty="0">
              <a:ln>
                <a:noFill/>
                <a:prstDash val="sysDot"/>
              </a:ln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145" b="1" u="sng" dirty="0">
              <a:ln>
                <a:noFill/>
                <a:prstDash val="sysDot"/>
              </a:ln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n>
                  <a:noFill/>
                  <a:prstDash val="sysDot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Offline desktop-based wellness application</a:t>
            </a:r>
            <a:endParaRPr lang="en-US" altLang="en-US" dirty="0">
              <a:ln>
                <a:noFill/>
                <a:prstDash val="sysDot"/>
              </a:ln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n>
                  <a:noFill/>
                  <a:prstDash val="sysDot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MVC-inspired modular architecture</a:t>
            </a:r>
            <a:endParaRPr lang="en-US" altLang="en-US" dirty="0">
              <a:ln>
                <a:noFill/>
                <a:prstDash val="sysDot"/>
              </a:ln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dirty="0">
                <a:ln>
                  <a:noFill/>
                  <a:prstDash val="sysDot"/>
                </a:ln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NLP-based emotional analysis system</a:t>
            </a:r>
            <a:endParaRPr lang="en-US" altLang="en-US" dirty="0">
              <a:ln>
                <a:noFill/>
                <a:prstDash val="sysDot"/>
              </a:ln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>
            <p:custDataLst>
              <p:tags r:id="rId5"/>
            </p:custDataLst>
          </p:nvPr>
        </p:nvSpPr>
        <p:spPr>
          <a:xfrm>
            <a:off x="6719243" y="2727232"/>
            <a:ext cx="4395629" cy="317945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 fontScale="70000"/>
          </a:bodyPr>
          <a:lstStyle/>
          <a:p>
            <a:pPr marL="0" indent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US" sz="3430" b="1" u="sng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Processes Used</a:t>
            </a:r>
            <a:endParaRPr lang="en-US" altLang="en-US" sz="2500" b="1" u="sng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0" indent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altLang="en-US" sz="2500" b="1" u="sng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+mn-lt"/>
              <a:sym typeface="+mn-ea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User writes journal entries</a:t>
            </a:r>
            <a:endParaRPr lang="en-US" altLang="en-US" sz="25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TextBlob extracts sentiment polarity</a:t>
            </a:r>
            <a:endParaRPr lang="en-US" altLang="en-US" sz="25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Mood mapped to spiritual categories</a:t>
            </a:r>
            <a:endParaRPr lang="en-US" altLang="en-US" sz="25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Relevant shloka displayed instantly</a:t>
            </a:r>
            <a:endParaRPr lang="en-US" altLang="en-US" sz="25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285750" indent="-28575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en-US" sz="2500" dirty="0">
                <a:ln>
                  <a:noFill/>
                  <a:prstDash val="sysDot"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Entries stored in local database</a:t>
            </a:r>
            <a:endParaRPr lang="en-US" altLang="en-US" sz="2500" dirty="0">
              <a:ln>
                <a:noFill/>
                <a:prstDash val="sysDot"/>
              </a:ln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3" name="矩形 12"/>
          <p:cNvSpPr/>
          <p:nvPr>
            <p:custDataLst>
              <p:tags r:id="rId6"/>
            </p:custDataLst>
          </p:nvPr>
        </p:nvSpPr>
        <p:spPr>
          <a:xfrm>
            <a:off x="1065233" y="1787834"/>
            <a:ext cx="3396823" cy="844802"/>
          </a:xfrm>
          <a:prstGeom prst="rect">
            <a:avLst/>
          </a:prstGeom>
          <a:noFill/>
        </p:spPr>
        <p:txBody>
          <a:bodyPr wrap="none" lIns="0" tIns="0" rIns="0" bIns="0" rtlCol="0" anchor="b">
            <a:norm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5400" b="1" dirty="0">
                <a:solidFill>
                  <a:srgbClr val="FFFFFF"/>
                </a:solidFill>
              </a:rPr>
              <a:t>01</a:t>
            </a:r>
            <a:endParaRPr lang="en-US" sz="5400" b="1" dirty="0">
              <a:solidFill>
                <a:srgbClr val="FFFFFF"/>
              </a:solidFill>
            </a:endParaRPr>
          </a:p>
        </p:txBody>
      </p:sp>
      <p:sp>
        <p:nvSpPr>
          <p:cNvPr id="14" name="矩形 13"/>
          <p:cNvSpPr/>
          <p:nvPr>
            <p:custDataLst>
              <p:tags r:id="rId7"/>
            </p:custDataLst>
          </p:nvPr>
        </p:nvSpPr>
        <p:spPr>
          <a:xfrm>
            <a:off x="7716472" y="1787834"/>
            <a:ext cx="3398400" cy="844802"/>
          </a:xfrm>
          <a:prstGeom prst="rect">
            <a:avLst/>
          </a:prstGeom>
          <a:noFill/>
        </p:spPr>
        <p:txBody>
          <a:bodyPr wrap="none" lIns="0" tIns="0" rIns="0" bIns="0" rtlCol="0" anchor="b">
            <a:normAutofit/>
          </a:bodyPr>
          <a:lstStyle/>
          <a:p>
            <a:pPr algn="r">
              <a:spcBef>
                <a:spcPct val="0"/>
              </a:spcBef>
              <a:spcAft>
                <a:spcPct val="0"/>
              </a:spcAft>
              <a:buClr>
                <a:schemeClr val="accent1"/>
              </a:buClr>
              <a:buSzPct val="70000"/>
            </a:pPr>
            <a:r>
              <a:rPr lang="en-US" sz="5400" b="1" dirty="0">
                <a:solidFill>
                  <a:schemeClr val="tx1"/>
                </a:solidFill>
              </a:rPr>
              <a:t>02</a:t>
            </a:r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4" name="图形 1" descr="讲台"/>
          <p:cNvSpPr/>
          <p:nvPr>
            <p:custDataLst>
              <p:tags r:id="rId8"/>
            </p:custDataLst>
          </p:nvPr>
        </p:nvSpPr>
        <p:spPr>
          <a:xfrm>
            <a:off x="4919518" y="1848508"/>
            <a:ext cx="538746" cy="723455"/>
          </a:xfrm>
          <a:custGeom>
            <a:avLst/>
            <a:gdLst>
              <a:gd name="connsiteX0" fmla="*/ 340425 w 680762"/>
              <a:gd name="connsiteY0" fmla="*/ 241592 h 914161"/>
              <a:gd name="connsiteX1" fmla="*/ 461221 w 680762"/>
              <a:gd name="connsiteY1" fmla="*/ 120796 h 914161"/>
              <a:gd name="connsiteX2" fmla="*/ 340425 w 680762"/>
              <a:gd name="connsiteY2" fmla="*/ 0 h 914161"/>
              <a:gd name="connsiteX3" fmla="*/ 219629 w 680762"/>
              <a:gd name="connsiteY3" fmla="*/ 120796 h 914161"/>
              <a:gd name="connsiteX4" fmla="*/ 340425 w 680762"/>
              <a:gd name="connsiteY4" fmla="*/ 241592 h 914161"/>
              <a:gd name="connsiteX5" fmla="*/ 403731 w 680762"/>
              <a:gd name="connsiteY5" fmla="*/ 95734 h 914161"/>
              <a:gd name="connsiteX6" fmla="*/ 408510 w 680762"/>
              <a:gd name="connsiteY6" fmla="*/ 120796 h 914161"/>
              <a:gd name="connsiteX7" fmla="*/ 403731 w 680762"/>
              <a:gd name="connsiteY7" fmla="*/ 145858 h 914161"/>
              <a:gd name="connsiteX8" fmla="*/ 388568 w 680762"/>
              <a:gd name="connsiteY8" fmla="*/ 168939 h 914161"/>
              <a:gd name="connsiteX9" fmla="*/ 365489 w 680762"/>
              <a:gd name="connsiteY9" fmla="*/ 184100 h 914161"/>
              <a:gd name="connsiteX10" fmla="*/ 340425 w 680762"/>
              <a:gd name="connsiteY10" fmla="*/ 188881 h 914161"/>
              <a:gd name="connsiteX11" fmla="*/ 315361 w 680762"/>
              <a:gd name="connsiteY11" fmla="*/ 184100 h 914161"/>
              <a:gd name="connsiteX12" fmla="*/ 292282 w 680762"/>
              <a:gd name="connsiteY12" fmla="*/ 168939 h 914161"/>
              <a:gd name="connsiteX13" fmla="*/ 277119 w 680762"/>
              <a:gd name="connsiteY13" fmla="*/ 145858 h 914161"/>
              <a:gd name="connsiteX14" fmla="*/ 272340 w 680762"/>
              <a:gd name="connsiteY14" fmla="*/ 120796 h 914161"/>
              <a:gd name="connsiteX15" fmla="*/ 277119 w 680762"/>
              <a:gd name="connsiteY15" fmla="*/ 95734 h 914161"/>
              <a:gd name="connsiteX16" fmla="*/ 292282 w 680762"/>
              <a:gd name="connsiteY16" fmla="*/ 72652 h 914161"/>
              <a:gd name="connsiteX17" fmla="*/ 315361 w 680762"/>
              <a:gd name="connsiteY17" fmla="*/ 57491 h 914161"/>
              <a:gd name="connsiteX18" fmla="*/ 340425 w 680762"/>
              <a:gd name="connsiteY18" fmla="*/ 52711 h 914161"/>
              <a:gd name="connsiteX19" fmla="*/ 365489 w 680762"/>
              <a:gd name="connsiteY19" fmla="*/ 57491 h 914161"/>
              <a:gd name="connsiteX20" fmla="*/ 388568 w 680762"/>
              <a:gd name="connsiteY20" fmla="*/ 72652 h 914161"/>
              <a:gd name="connsiteX21" fmla="*/ 403731 w 680762"/>
              <a:gd name="connsiteY21" fmla="*/ 95734 h 914161"/>
              <a:gd name="connsiteX22" fmla="*/ 168633 w 680762"/>
              <a:gd name="connsiteY22" fmla="*/ 356838 h 914161"/>
              <a:gd name="connsiteX23" fmla="*/ 155981 w 680762"/>
              <a:gd name="connsiteY23" fmla="*/ 399947 h 914161"/>
              <a:gd name="connsiteX24" fmla="*/ 52373 w 680762"/>
              <a:gd name="connsiteY24" fmla="*/ 399947 h 914161"/>
              <a:gd name="connsiteX25" fmla="*/ -1 w 680762"/>
              <a:gd name="connsiteY25" fmla="*/ 452320 h 914161"/>
              <a:gd name="connsiteX26" fmla="*/ 52373 w 680762"/>
              <a:gd name="connsiteY26" fmla="*/ 504693 h 914161"/>
              <a:gd name="connsiteX27" fmla="*/ 103017 w 680762"/>
              <a:gd name="connsiteY27" fmla="*/ 504693 h 914161"/>
              <a:gd name="connsiteX28" fmla="*/ 135696 w 680762"/>
              <a:gd name="connsiteY28" fmla="*/ 861784 h 914161"/>
              <a:gd name="connsiteX29" fmla="*/ 78561 w 680762"/>
              <a:gd name="connsiteY29" fmla="*/ 861784 h 914161"/>
              <a:gd name="connsiteX30" fmla="*/ 52374 w 680762"/>
              <a:gd name="connsiteY30" fmla="*/ 887972 h 914161"/>
              <a:gd name="connsiteX31" fmla="*/ 78561 w 680762"/>
              <a:gd name="connsiteY31" fmla="*/ 914161 h 914161"/>
              <a:gd name="connsiteX32" fmla="*/ 140489 w 680762"/>
              <a:gd name="connsiteY32" fmla="*/ 914161 h 914161"/>
              <a:gd name="connsiteX33" fmla="*/ 538614 w 680762"/>
              <a:gd name="connsiteY33" fmla="*/ 914161 h 914161"/>
              <a:gd name="connsiteX34" fmla="*/ 602298 w 680762"/>
              <a:gd name="connsiteY34" fmla="*/ 914161 h 914161"/>
              <a:gd name="connsiteX35" fmla="*/ 628486 w 680762"/>
              <a:gd name="connsiteY35" fmla="*/ 887972 h 914161"/>
              <a:gd name="connsiteX36" fmla="*/ 602298 w 680762"/>
              <a:gd name="connsiteY36" fmla="*/ 861784 h 914161"/>
              <a:gd name="connsiteX37" fmla="*/ 543406 w 680762"/>
              <a:gd name="connsiteY37" fmla="*/ 861784 h 914161"/>
              <a:gd name="connsiteX38" fmla="*/ 576083 w 680762"/>
              <a:gd name="connsiteY38" fmla="*/ 504693 h 914161"/>
              <a:gd name="connsiteX39" fmla="*/ 628390 w 680762"/>
              <a:gd name="connsiteY39" fmla="*/ 504693 h 914161"/>
              <a:gd name="connsiteX40" fmla="*/ 680762 w 680762"/>
              <a:gd name="connsiteY40" fmla="*/ 452320 h 914161"/>
              <a:gd name="connsiteX41" fmla="*/ 628390 w 680762"/>
              <a:gd name="connsiteY41" fmla="*/ 399947 h 914161"/>
              <a:gd name="connsiteX42" fmla="*/ 527527 w 680762"/>
              <a:gd name="connsiteY42" fmla="*/ 399947 h 914161"/>
              <a:gd name="connsiteX43" fmla="*/ 514872 w 680762"/>
              <a:gd name="connsiteY43" fmla="*/ 356838 h 914161"/>
              <a:gd name="connsiteX44" fmla="*/ 474429 w 680762"/>
              <a:gd name="connsiteY44" fmla="*/ 298512 h 914161"/>
              <a:gd name="connsiteX45" fmla="*/ 341751 w 680762"/>
              <a:gd name="connsiteY45" fmla="*/ 245037 h 914161"/>
              <a:gd name="connsiteX46" fmla="*/ 209075 w 680762"/>
              <a:gd name="connsiteY46" fmla="*/ 298512 h 914161"/>
              <a:gd name="connsiteX47" fmla="*/ 168633 w 680762"/>
              <a:gd name="connsiteY47" fmla="*/ 356838 h 914161"/>
              <a:gd name="connsiteX48" fmla="*/ 474060 w 680762"/>
              <a:gd name="connsiteY48" fmla="*/ 399947 h 914161"/>
              <a:gd name="connsiteX49" fmla="*/ 209446 w 680762"/>
              <a:gd name="connsiteY49" fmla="*/ 399947 h 914161"/>
              <a:gd name="connsiteX50" fmla="*/ 245813 w 680762"/>
              <a:gd name="connsiteY50" fmla="*/ 336312 h 914161"/>
              <a:gd name="connsiteX51" fmla="*/ 341751 w 680762"/>
              <a:gd name="connsiteY51" fmla="*/ 297748 h 914161"/>
              <a:gd name="connsiteX52" fmla="*/ 437694 w 680762"/>
              <a:gd name="connsiteY52" fmla="*/ 336312 h 914161"/>
              <a:gd name="connsiteX53" fmla="*/ 474060 w 680762"/>
              <a:gd name="connsiteY53" fmla="*/ 399947 h 914161"/>
              <a:gd name="connsiteX54" fmla="*/ 151187 w 680762"/>
              <a:gd name="connsiteY54" fmla="*/ 452654 h 914161"/>
              <a:gd name="connsiteX55" fmla="*/ 527914 w 680762"/>
              <a:gd name="connsiteY55" fmla="*/ 452654 h 914161"/>
              <a:gd name="connsiteX56" fmla="*/ 490506 w 680762"/>
              <a:gd name="connsiteY56" fmla="*/ 861450 h 914161"/>
              <a:gd name="connsiteX57" fmla="*/ 188597 w 680762"/>
              <a:gd name="connsiteY57" fmla="*/ 861450 h 914161"/>
              <a:gd name="connsiteX58" fmla="*/ 151187 w 680762"/>
              <a:gd name="connsiteY58" fmla="*/ 452654 h 914161"/>
              <a:gd name="connsiteX59" fmla="*/ 245374 w 680762"/>
              <a:gd name="connsiteY59" fmla="*/ 499931 h 914161"/>
              <a:gd name="connsiteX60" fmla="*/ 219018 w 680762"/>
              <a:gd name="connsiteY60" fmla="*/ 526287 h 914161"/>
              <a:gd name="connsiteX61" fmla="*/ 245374 w 680762"/>
              <a:gd name="connsiteY61" fmla="*/ 552642 h 914161"/>
              <a:gd name="connsiteX62" fmla="*/ 430723 w 680762"/>
              <a:gd name="connsiteY62" fmla="*/ 552642 h 914161"/>
              <a:gd name="connsiteX63" fmla="*/ 457079 w 680762"/>
              <a:gd name="connsiteY63" fmla="*/ 526287 h 914161"/>
              <a:gd name="connsiteX64" fmla="*/ 430723 w 680762"/>
              <a:gd name="connsiteY64" fmla="*/ 499931 h 914161"/>
              <a:gd name="connsiteX65" fmla="*/ 245374 w 680762"/>
              <a:gd name="connsiteY65" fmla="*/ 499931 h 9141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</a:cxnLst>
            <a:rect l="l" t="t" r="r" b="b"/>
            <a:pathLst>
              <a:path w="680762" h="914161">
                <a:moveTo>
                  <a:pt x="340425" y="241592"/>
                </a:moveTo>
                <a:cubicBezTo>
                  <a:pt x="407139" y="241592"/>
                  <a:pt x="461221" y="187510"/>
                  <a:pt x="461221" y="120796"/>
                </a:cubicBezTo>
                <a:cubicBezTo>
                  <a:pt x="461221" y="54082"/>
                  <a:pt x="407139" y="0"/>
                  <a:pt x="340425" y="0"/>
                </a:cubicBezTo>
                <a:cubicBezTo>
                  <a:pt x="273710" y="0"/>
                  <a:pt x="219629" y="54082"/>
                  <a:pt x="219629" y="120796"/>
                </a:cubicBezTo>
                <a:cubicBezTo>
                  <a:pt x="219629" y="187510"/>
                  <a:pt x="273710" y="241592"/>
                  <a:pt x="340425" y="241592"/>
                </a:cubicBezTo>
                <a:moveTo>
                  <a:pt x="403731" y="95734"/>
                </a:moveTo>
                <a:cubicBezTo>
                  <a:pt x="406915" y="103784"/>
                  <a:pt x="408510" y="112138"/>
                  <a:pt x="408510" y="120796"/>
                </a:cubicBezTo>
                <a:cubicBezTo>
                  <a:pt x="408510" y="129454"/>
                  <a:pt x="406915" y="137807"/>
                  <a:pt x="403731" y="145858"/>
                </a:cubicBezTo>
                <a:cubicBezTo>
                  <a:pt x="400269" y="154598"/>
                  <a:pt x="395214" y="162292"/>
                  <a:pt x="388568" y="168939"/>
                </a:cubicBezTo>
                <a:cubicBezTo>
                  <a:pt x="381922" y="175587"/>
                  <a:pt x="374226" y="180640"/>
                  <a:pt x="365489" y="184100"/>
                </a:cubicBezTo>
                <a:cubicBezTo>
                  <a:pt x="357437" y="187287"/>
                  <a:pt x="349083" y="188881"/>
                  <a:pt x="340425" y="188881"/>
                </a:cubicBezTo>
                <a:cubicBezTo>
                  <a:pt x="331767" y="188881"/>
                  <a:pt x="323412" y="187287"/>
                  <a:pt x="315361" y="184100"/>
                </a:cubicBezTo>
                <a:cubicBezTo>
                  <a:pt x="306624" y="180640"/>
                  <a:pt x="298928" y="175587"/>
                  <a:pt x="292282" y="168939"/>
                </a:cubicBezTo>
                <a:cubicBezTo>
                  <a:pt x="285636" y="162292"/>
                  <a:pt x="280580" y="154598"/>
                  <a:pt x="277119" y="145858"/>
                </a:cubicBezTo>
                <a:cubicBezTo>
                  <a:pt x="273934" y="137807"/>
                  <a:pt x="272340" y="129454"/>
                  <a:pt x="272340" y="120796"/>
                </a:cubicBezTo>
                <a:cubicBezTo>
                  <a:pt x="272340" y="112138"/>
                  <a:pt x="273934" y="103784"/>
                  <a:pt x="277119" y="95734"/>
                </a:cubicBezTo>
                <a:cubicBezTo>
                  <a:pt x="280580" y="86994"/>
                  <a:pt x="285636" y="79300"/>
                  <a:pt x="292282" y="72652"/>
                </a:cubicBezTo>
                <a:cubicBezTo>
                  <a:pt x="298928" y="66005"/>
                  <a:pt x="306624" y="60951"/>
                  <a:pt x="315361" y="57491"/>
                </a:cubicBezTo>
                <a:cubicBezTo>
                  <a:pt x="323412" y="54304"/>
                  <a:pt x="331767" y="52711"/>
                  <a:pt x="340425" y="52711"/>
                </a:cubicBezTo>
                <a:cubicBezTo>
                  <a:pt x="349083" y="52711"/>
                  <a:pt x="357437" y="54304"/>
                  <a:pt x="365489" y="57491"/>
                </a:cubicBezTo>
                <a:cubicBezTo>
                  <a:pt x="374226" y="60951"/>
                  <a:pt x="381922" y="66005"/>
                  <a:pt x="388568" y="72652"/>
                </a:cubicBezTo>
                <a:cubicBezTo>
                  <a:pt x="395214" y="79300"/>
                  <a:pt x="400269" y="86994"/>
                  <a:pt x="403731" y="95734"/>
                </a:cubicBezTo>
                <a:moveTo>
                  <a:pt x="168633" y="356838"/>
                </a:moveTo>
                <a:cubicBezTo>
                  <a:pt x="162555" y="370802"/>
                  <a:pt x="158338" y="385175"/>
                  <a:pt x="155981" y="399947"/>
                </a:cubicBezTo>
                <a:lnTo>
                  <a:pt x="52373" y="399947"/>
                </a:lnTo>
                <a:cubicBezTo>
                  <a:pt x="23448" y="399947"/>
                  <a:pt x="-1" y="423395"/>
                  <a:pt x="-1" y="452320"/>
                </a:cubicBezTo>
                <a:cubicBezTo>
                  <a:pt x="-1" y="481245"/>
                  <a:pt x="23448" y="504693"/>
                  <a:pt x="52373" y="504693"/>
                </a:cubicBezTo>
                <a:lnTo>
                  <a:pt x="103017" y="504693"/>
                </a:lnTo>
                <a:lnTo>
                  <a:pt x="135696" y="861784"/>
                </a:lnTo>
                <a:lnTo>
                  <a:pt x="78561" y="861784"/>
                </a:lnTo>
                <a:cubicBezTo>
                  <a:pt x="64098" y="861784"/>
                  <a:pt x="52374" y="873512"/>
                  <a:pt x="52374" y="887972"/>
                </a:cubicBezTo>
                <a:cubicBezTo>
                  <a:pt x="52374" y="902437"/>
                  <a:pt x="64098" y="914161"/>
                  <a:pt x="78561" y="914161"/>
                </a:cubicBezTo>
                <a:lnTo>
                  <a:pt x="140489" y="914161"/>
                </a:lnTo>
                <a:lnTo>
                  <a:pt x="538614" y="914161"/>
                </a:lnTo>
                <a:lnTo>
                  <a:pt x="602298" y="914161"/>
                </a:lnTo>
                <a:cubicBezTo>
                  <a:pt x="616762" y="914161"/>
                  <a:pt x="628486" y="902437"/>
                  <a:pt x="628486" y="887972"/>
                </a:cubicBezTo>
                <a:cubicBezTo>
                  <a:pt x="628486" y="873512"/>
                  <a:pt x="616762" y="861784"/>
                  <a:pt x="602298" y="861784"/>
                </a:cubicBezTo>
                <a:lnTo>
                  <a:pt x="543406" y="861784"/>
                </a:lnTo>
                <a:lnTo>
                  <a:pt x="576083" y="504693"/>
                </a:lnTo>
                <a:lnTo>
                  <a:pt x="628390" y="504693"/>
                </a:lnTo>
                <a:cubicBezTo>
                  <a:pt x="657315" y="504693"/>
                  <a:pt x="680762" y="481245"/>
                  <a:pt x="680762" y="452320"/>
                </a:cubicBezTo>
                <a:cubicBezTo>
                  <a:pt x="680762" y="423395"/>
                  <a:pt x="657315" y="399947"/>
                  <a:pt x="628390" y="399947"/>
                </a:cubicBezTo>
                <a:lnTo>
                  <a:pt x="527527" y="399947"/>
                </a:lnTo>
                <a:cubicBezTo>
                  <a:pt x="525168" y="385175"/>
                  <a:pt x="520951" y="370802"/>
                  <a:pt x="514872" y="356838"/>
                </a:cubicBezTo>
                <a:cubicBezTo>
                  <a:pt x="505309" y="334867"/>
                  <a:pt x="491828" y="315423"/>
                  <a:pt x="474429" y="298512"/>
                </a:cubicBezTo>
                <a:cubicBezTo>
                  <a:pt x="437751" y="262862"/>
                  <a:pt x="393527" y="245037"/>
                  <a:pt x="341751" y="245037"/>
                </a:cubicBezTo>
                <a:cubicBezTo>
                  <a:pt x="289980" y="245037"/>
                  <a:pt x="245756" y="262862"/>
                  <a:pt x="209075" y="298512"/>
                </a:cubicBezTo>
                <a:cubicBezTo>
                  <a:pt x="191676" y="315423"/>
                  <a:pt x="178195" y="334867"/>
                  <a:pt x="168633" y="356838"/>
                </a:cubicBezTo>
                <a:moveTo>
                  <a:pt x="474060" y="399947"/>
                </a:moveTo>
                <a:lnTo>
                  <a:pt x="209446" y="399947"/>
                </a:lnTo>
                <a:cubicBezTo>
                  <a:pt x="214688" y="375990"/>
                  <a:pt x="226811" y="354783"/>
                  <a:pt x="245813" y="336312"/>
                </a:cubicBezTo>
                <a:cubicBezTo>
                  <a:pt x="272265" y="310602"/>
                  <a:pt x="304243" y="297748"/>
                  <a:pt x="341751" y="297748"/>
                </a:cubicBezTo>
                <a:cubicBezTo>
                  <a:pt x="379260" y="297748"/>
                  <a:pt x="411242" y="310602"/>
                  <a:pt x="437694" y="336312"/>
                </a:cubicBezTo>
                <a:cubicBezTo>
                  <a:pt x="456697" y="354783"/>
                  <a:pt x="468820" y="375990"/>
                  <a:pt x="474060" y="399947"/>
                </a:cubicBezTo>
                <a:moveTo>
                  <a:pt x="151187" y="452654"/>
                </a:moveTo>
                <a:lnTo>
                  <a:pt x="527914" y="452654"/>
                </a:lnTo>
                <a:lnTo>
                  <a:pt x="490506" y="861450"/>
                </a:lnTo>
                <a:lnTo>
                  <a:pt x="188597" y="861450"/>
                </a:lnTo>
                <a:lnTo>
                  <a:pt x="151187" y="452654"/>
                </a:lnTo>
                <a:moveTo>
                  <a:pt x="245374" y="499931"/>
                </a:moveTo>
                <a:cubicBezTo>
                  <a:pt x="230817" y="499931"/>
                  <a:pt x="219018" y="511730"/>
                  <a:pt x="219018" y="526287"/>
                </a:cubicBezTo>
                <a:cubicBezTo>
                  <a:pt x="219018" y="540844"/>
                  <a:pt x="230817" y="552642"/>
                  <a:pt x="245374" y="552642"/>
                </a:cubicBezTo>
                <a:lnTo>
                  <a:pt x="430723" y="552642"/>
                </a:lnTo>
                <a:cubicBezTo>
                  <a:pt x="445280" y="552642"/>
                  <a:pt x="457079" y="540844"/>
                  <a:pt x="457079" y="526287"/>
                </a:cubicBezTo>
                <a:cubicBezTo>
                  <a:pt x="457079" y="511730"/>
                  <a:pt x="445280" y="499931"/>
                  <a:pt x="430723" y="499931"/>
                </a:cubicBezTo>
                <a:lnTo>
                  <a:pt x="245374" y="499931"/>
                </a:lnTo>
              </a:path>
            </a:pathLst>
          </a:custGeom>
          <a:solidFill>
            <a:srgbClr val="FFFFFF"/>
          </a:solidFill>
          <a:ln w="4393" cap="sq">
            <a:noFill/>
            <a:prstDash val="solid"/>
            <a:bevel/>
          </a:ln>
        </p:spPr>
        <p:txBody>
          <a:bodyPr rtlCol="0" anchor="ctr"/>
          <a:lstStyle/>
          <a:p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图形 10" descr="投影仪"/>
          <p:cNvSpPr/>
          <p:nvPr>
            <p:custDataLst>
              <p:tags r:id="rId9"/>
            </p:custDataLst>
          </p:nvPr>
        </p:nvSpPr>
        <p:spPr>
          <a:xfrm>
            <a:off x="6993018" y="1955240"/>
            <a:ext cx="661436" cy="509990"/>
          </a:xfrm>
          <a:custGeom>
            <a:avLst/>
            <a:gdLst>
              <a:gd name="connsiteX0" fmla="*/ 376599 w 661436"/>
              <a:gd name="connsiteY0" fmla="*/ 137801 h 509990"/>
              <a:gd name="connsiteX1" fmla="*/ 238801 w 661436"/>
              <a:gd name="connsiteY1" fmla="*/ 275600 h 509990"/>
              <a:gd name="connsiteX2" fmla="*/ 101002 w 661436"/>
              <a:gd name="connsiteY2" fmla="*/ 137801 h 509990"/>
              <a:gd name="connsiteX3" fmla="*/ 238801 w 661436"/>
              <a:gd name="connsiteY3" fmla="*/ 2 h 509990"/>
              <a:gd name="connsiteX4" fmla="*/ 376599 w 661436"/>
              <a:gd name="connsiteY4" fmla="*/ 137801 h 509990"/>
              <a:gd name="connsiteX5" fmla="*/ 338439 w 661436"/>
              <a:gd name="connsiteY5" fmla="*/ 137801 h 509990"/>
              <a:gd name="connsiteX6" fmla="*/ 331443 w 661436"/>
              <a:gd name="connsiteY6" fmla="*/ 101124 h 509990"/>
              <a:gd name="connsiteX7" fmla="*/ 309256 w 661436"/>
              <a:gd name="connsiteY7" fmla="*/ 67345 h 509990"/>
              <a:gd name="connsiteX8" fmla="*/ 275479 w 661436"/>
              <a:gd name="connsiteY8" fmla="*/ 45157 h 509990"/>
              <a:gd name="connsiteX9" fmla="*/ 238801 w 661436"/>
              <a:gd name="connsiteY9" fmla="*/ 38161 h 509990"/>
              <a:gd name="connsiteX10" fmla="*/ 202124 w 661436"/>
              <a:gd name="connsiteY10" fmla="*/ 45157 h 509990"/>
              <a:gd name="connsiteX11" fmla="*/ 168345 w 661436"/>
              <a:gd name="connsiteY11" fmla="*/ 67345 h 509990"/>
              <a:gd name="connsiteX12" fmla="*/ 146157 w 661436"/>
              <a:gd name="connsiteY12" fmla="*/ 101124 h 509990"/>
              <a:gd name="connsiteX13" fmla="*/ 139161 w 661436"/>
              <a:gd name="connsiteY13" fmla="*/ 137801 h 509990"/>
              <a:gd name="connsiteX14" fmla="*/ 146157 w 661436"/>
              <a:gd name="connsiteY14" fmla="*/ 174476 h 509990"/>
              <a:gd name="connsiteX15" fmla="*/ 168345 w 661436"/>
              <a:gd name="connsiteY15" fmla="*/ 208257 h 509990"/>
              <a:gd name="connsiteX16" fmla="*/ 202124 w 661436"/>
              <a:gd name="connsiteY16" fmla="*/ 230444 h 509990"/>
              <a:gd name="connsiteX17" fmla="*/ 238801 w 661436"/>
              <a:gd name="connsiteY17" fmla="*/ 237440 h 509990"/>
              <a:gd name="connsiteX18" fmla="*/ 275479 w 661436"/>
              <a:gd name="connsiteY18" fmla="*/ 230444 h 509990"/>
              <a:gd name="connsiteX19" fmla="*/ 309256 w 661436"/>
              <a:gd name="connsiteY19" fmla="*/ 208257 h 509990"/>
              <a:gd name="connsiteX20" fmla="*/ 331443 w 661436"/>
              <a:gd name="connsiteY20" fmla="*/ 174476 h 509990"/>
              <a:gd name="connsiteX21" fmla="*/ 338439 w 661436"/>
              <a:gd name="connsiteY21" fmla="*/ 137801 h 509990"/>
              <a:gd name="connsiteX22" fmla="*/ 57240 w 661436"/>
              <a:gd name="connsiteY22" fmla="*/ 146281 h 509990"/>
              <a:gd name="connsiteX23" fmla="*/ 69288 w 661436"/>
              <a:gd name="connsiteY23" fmla="*/ 146281 h 509990"/>
              <a:gd name="connsiteX24" fmla="*/ 88368 w 661436"/>
              <a:gd name="connsiteY24" fmla="*/ 127201 h 509990"/>
              <a:gd name="connsiteX25" fmla="*/ 69288 w 661436"/>
              <a:gd name="connsiteY25" fmla="*/ 108121 h 509990"/>
              <a:gd name="connsiteX26" fmla="*/ 57240 w 661436"/>
              <a:gd name="connsiteY26" fmla="*/ 108121 h 509990"/>
              <a:gd name="connsiteX27" fmla="*/ 16765 w 661436"/>
              <a:gd name="connsiteY27" fmla="*/ 124886 h 509990"/>
              <a:gd name="connsiteX28" fmla="*/ 0 w 661436"/>
              <a:gd name="connsiteY28" fmla="*/ 165361 h 509990"/>
              <a:gd name="connsiteX29" fmla="*/ 0 w 661436"/>
              <a:gd name="connsiteY29" fmla="*/ 365698 h 509990"/>
              <a:gd name="connsiteX30" fmla="*/ 16765 w 661436"/>
              <a:gd name="connsiteY30" fmla="*/ 406173 h 509990"/>
              <a:gd name="connsiteX31" fmla="*/ 57240 w 661436"/>
              <a:gd name="connsiteY31" fmla="*/ 422938 h 509990"/>
              <a:gd name="connsiteX32" fmla="*/ 202809 w 661436"/>
              <a:gd name="connsiteY32" fmla="*/ 422938 h 509990"/>
              <a:gd name="connsiteX33" fmla="*/ 157761 w 661436"/>
              <a:gd name="connsiteY33" fmla="*/ 467986 h 509990"/>
              <a:gd name="connsiteX34" fmla="*/ 157761 w 661436"/>
              <a:gd name="connsiteY34" fmla="*/ 502784 h 509990"/>
              <a:gd name="connsiteX35" fmla="*/ 192561 w 661436"/>
              <a:gd name="connsiteY35" fmla="*/ 502784 h 509990"/>
              <a:gd name="connsiteX36" fmla="*/ 269119 w 661436"/>
              <a:gd name="connsiteY36" fmla="*/ 426226 h 509990"/>
              <a:gd name="connsiteX37" fmla="*/ 271885 w 661436"/>
              <a:gd name="connsiteY37" fmla="*/ 422938 h 509990"/>
              <a:gd name="connsiteX38" fmla="*/ 401066 w 661436"/>
              <a:gd name="connsiteY38" fmla="*/ 422938 h 509990"/>
              <a:gd name="connsiteX39" fmla="*/ 403832 w 661436"/>
              <a:gd name="connsiteY39" fmla="*/ 426226 h 509990"/>
              <a:gd name="connsiteX40" fmla="*/ 480390 w 661436"/>
              <a:gd name="connsiteY40" fmla="*/ 502784 h 509990"/>
              <a:gd name="connsiteX41" fmla="*/ 515189 w 661436"/>
              <a:gd name="connsiteY41" fmla="*/ 502784 h 509990"/>
              <a:gd name="connsiteX42" fmla="*/ 515189 w 661436"/>
              <a:gd name="connsiteY42" fmla="*/ 467986 h 509990"/>
              <a:gd name="connsiteX43" fmla="*/ 470141 w 661436"/>
              <a:gd name="connsiteY43" fmla="*/ 422938 h 509990"/>
              <a:gd name="connsiteX44" fmla="*/ 604197 w 661436"/>
              <a:gd name="connsiteY44" fmla="*/ 422938 h 509990"/>
              <a:gd name="connsiteX45" fmla="*/ 644672 w 661436"/>
              <a:gd name="connsiteY45" fmla="*/ 406173 h 509990"/>
              <a:gd name="connsiteX46" fmla="*/ 661436 w 661436"/>
              <a:gd name="connsiteY46" fmla="*/ 365698 h 509990"/>
              <a:gd name="connsiteX47" fmla="*/ 661436 w 661436"/>
              <a:gd name="connsiteY47" fmla="*/ 165361 h 509990"/>
              <a:gd name="connsiteX48" fmla="*/ 644672 w 661436"/>
              <a:gd name="connsiteY48" fmla="*/ 124886 h 509990"/>
              <a:gd name="connsiteX49" fmla="*/ 604197 w 661436"/>
              <a:gd name="connsiteY49" fmla="*/ 108121 h 509990"/>
              <a:gd name="connsiteX50" fmla="*/ 410358 w 661436"/>
              <a:gd name="connsiteY50" fmla="*/ 108121 h 509990"/>
              <a:gd name="connsiteX51" fmla="*/ 391278 w 661436"/>
              <a:gd name="connsiteY51" fmla="*/ 127201 h 509990"/>
              <a:gd name="connsiteX52" fmla="*/ 410358 w 661436"/>
              <a:gd name="connsiteY52" fmla="*/ 146281 h 509990"/>
              <a:gd name="connsiteX53" fmla="*/ 604197 w 661436"/>
              <a:gd name="connsiteY53" fmla="*/ 146281 h 509990"/>
              <a:gd name="connsiteX54" fmla="*/ 617689 w 661436"/>
              <a:gd name="connsiteY54" fmla="*/ 151869 h 509990"/>
              <a:gd name="connsiteX55" fmla="*/ 623277 w 661436"/>
              <a:gd name="connsiteY55" fmla="*/ 165361 h 509990"/>
              <a:gd name="connsiteX56" fmla="*/ 623277 w 661436"/>
              <a:gd name="connsiteY56" fmla="*/ 365698 h 509990"/>
              <a:gd name="connsiteX57" fmla="*/ 617689 w 661436"/>
              <a:gd name="connsiteY57" fmla="*/ 379191 h 509990"/>
              <a:gd name="connsiteX58" fmla="*/ 604197 w 661436"/>
              <a:gd name="connsiteY58" fmla="*/ 384778 h 509990"/>
              <a:gd name="connsiteX59" fmla="*/ 426458 w 661436"/>
              <a:gd name="connsiteY59" fmla="*/ 384778 h 509990"/>
              <a:gd name="connsiteX60" fmla="*/ 416005 w 661436"/>
              <a:gd name="connsiteY60" fmla="*/ 384778 h 509990"/>
              <a:gd name="connsiteX61" fmla="*/ 256946 w 661436"/>
              <a:gd name="connsiteY61" fmla="*/ 384778 h 509990"/>
              <a:gd name="connsiteX62" fmla="*/ 246493 w 661436"/>
              <a:gd name="connsiteY62" fmla="*/ 384778 h 509990"/>
              <a:gd name="connsiteX63" fmla="*/ 57240 w 661436"/>
              <a:gd name="connsiteY63" fmla="*/ 384778 h 509990"/>
              <a:gd name="connsiteX64" fmla="*/ 43748 w 661436"/>
              <a:gd name="connsiteY64" fmla="*/ 379191 h 509990"/>
              <a:gd name="connsiteX65" fmla="*/ 38160 w 661436"/>
              <a:gd name="connsiteY65" fmla="*/ 365698 h 509990"/>
              <a:gd name="connsiteX66" fmla="*/ 38160 w 661436"/>
              <a:gd name="connsiteY66" fmla="*/ 165361 h 509990"/>
              <a:gd name="connsiteX67" fmla="*/ 43748 w 661436"/>
              <a:gd name="connsiteY67" fmla="*/ 151869 h 509990"/>
              <a:gd name="connsiteX68" fmla="*/ 57240 w 661436"/>
              <a:gd name="connsiteY68" fmla="*/ 146281 h 509990"/>
              <a:gd name="connsiteX69" fmla="*/ 408097 w 661436"/>
              <a:gd name="connsiteY69" fmla="*/ 222335 h 509990"/>
              <a:gd name="connsiteX70" fmla="*/ 427177 w 661436"/>
              <a:gd name="connsiteY70" fmla="*/ 203255 h 509990"/>
              <a:gd name="connsiteX71" fmla="*/ 568158 w 661436"/>
              <a:gd name="connsiteY71" fmla="*/ 203255 h 509990"/>
              <a:gd name="connsiteX72" fmla="*/ 587238 w 661436"/>
              <a:gd name="connsiteY72" fmla="*/ 222335 h 509990"/>
              <a:gd name="connsiteX73" fmla="*/ 568158 w 661436"/>
              <a:gd name="connsiteY73" fmla="*/ 241415 h 509990"/>
              <a:gd name="connsiteX74" fmla="*/ 427177 w 661436"/>
              <a:gd name="connsiteY74" fmla="*/ 241415 h 509990"/>
              <a:gd name="connsiteX75" fmla="*/ 408097 w 661436"/>
              <a:gd name="connsiteY75" fmla="*/ 222335 h 509990"/>
              <a:gd name="connsiteX76" fmla="*/ 408097 w 661436"/>
              <a:gd name="connsiteY76" fmla="*/ 287789 h 509990"/>
              <a:gd name="connsiteX77" fmla="*/ 427177 w 661436"/>
              <a:gd name="connsiteY77" fmla="*/ 268709 h 509990"/>
              <a:gd name="connsiteX78" fmla="*/ 568158 w 661436"/>
              <a:gd name="connsiteY78" fmla="*/ 268709 h 509990"/>
              <a:gd name="connsiteX79" fmla="*/ 587238 w 661436"/>
              <a:gd name="connsiteY79" fmla="*/ 287789 h 509990"/>
              <a:gd name="connsiteX80" fmla="*/ 568158 w 661436"/>
              <a:gd name="connsiteY80" fmla="*/ 306869 h 509990"/>
              <a:gd name="connsiteX81" fmla="*/ 427177 w 661436"/>
              <a:gd name="connsiteY81" fmla="*/ 306869 h 509990"/>
              <a:gd name="connsiteX82" fmla="*/ 408097 w 661436"/>
              <a:gd name="connsiteY82" fmla="*/ 287789 h 509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661436" h="509990">
                <a:moveTo>
                  <a:pt x="376599" y="137801"/>
                </a:moveTo>
                <a:cubicBezTo>
                  <a:pt x="376599" y="213905"/>
                  <a:pt x="314904" y="275600"/>
                  <a:pt x="238801" y="275600"/>
                </a:cubicBezTo>
                <a:cubicBezTo>
                  <a:pt x="162696" y="275600"/>
                  <a:pt x="101002" y="213905"/>
                  <a:pt x="101002" y="137801"/>
                </a:cubicBezTo>
                <a:cubicBezTo>
                  <a:pt x="101002" y="61696"/>
                  <a:pt x="162696" y="2"/>
                  <a:pt x="238801" y="2"/>
                </a:cubicBezTo>
                <a:cubicBezTo>
                  <a:pt x="314904" y="2"/>
                  <a:pt x="376599" y="61696"/>
                  <a:pt x="376599" y="137801"/>
                </a:cubicBezTo>
                <a:moveTo>
                  <a:pt x="338439" y="137801"/>
                </a:moveTo>
                <a:cubicBezTo>
                  <a:pt x="338439" y="125130"/>
                  <a:pt x="336108" y="112905"/>
                  <a:pt x="331443" y="101124"/>
                </a:cubicBezTo>
                <a:cubicBezTo>
                  <a:pt x="326381" y="88333"/>
                  <a:pt x="318984" y="77073"/>
                  <a:pt x="309256" y="67345"/>
                </a:cubicBezTo>
                <a:cubicBezTo>
                  <a:pt x="299529" y="57617"/>
                  <a:pt x="288269" y="50222"/>
                  <a:pt x="275479" y="45157"/>
                </a:cubicBezTo>
                <a:cubicBezTo>
                  <a:pt x="263697" y="40493"/>
                  <a:pt x="251473" y="38161"/>
                  <a:pt x="238801" y="38161"/>
                </a:cubicBezTo>
                <a:cubicBezTo>
                  <a:pt x="226130" y="38161"/>
                  <a:pt x="213905" y="40493"/>
                  <a:pt x="202124" y="45157"/>
                </a:cubicBezTo>
                <a:cubicBezTo>
                  <a:pt x="189333" y="50222"/>
                  <a:pt x="178073" y="57617"/>
                  <a:pt x="168345" y="67345"/>
                </a:cubicBezTo>
                <a:cubicBezTo>
                  <a:pt x="158617" y="77073"/>
                  <a:pt x="151222" y="88333"/>
                  <a:pt x="146157" y="101124"/>
                </a:cubicBezTo>
                <a:cubicBezTo>
                  <a:pt x="141493" y="112905"/>
                  <a:pt x="139161" y="125130"/>
                  <a:pt x="139161" y="137801"/>
                </a:cubicBezTo>
                <a:cubicBezTo>
                  <a:pt x="139161" y="150471"/>
                  <a:pt x="141493" y="162697"/>
                  <a:pt x="146157" y="174476"/>
                </a:cubicBezTo>
                <a:cubicBezTo>
                  <a:pt x="151222" y="187270"/>
                  <a:pt x="158617" y="198530"/>
                  <a:pt x="168345" y="208257"/>
                </a:cubicBezTo>
                <a:cubicBezTo>
                  <a:pt x="178073" y="217985"/>
                  <a:pt x="189333" y="225382"/>
                  <a:pt x="202124" y="230444"/>
                </a:cubicBezTo>
                <a:cubicBezTo>
                  <a:pt x="213905" y="235109"/>
                  <a:pt x="226130" y="237440"/>
                  <a:pt x="238801" y="237440"/>
                </a:cubicBezTo>
                <a:cubicBezTo>
                  <a:pt x="251473" y="237440"/>
                  <a:pt x="263697" y="235109"/>
                  <a:pt x="275479" y="230444"/>
                </a:cubicBezTo>
                <a:cubicBezTo>
                  <a:pt x="288269" y="225382"/>
                  <a:pt x="299529" y="217985"/>
                  <a:pt x="309256" y="208257"/>
                </a:cubicBezTo>
                <a:cubicBezTo>
                  <a:pt x="318984" y="198530"/>
                  <a:pt x="326381" y="187270"/>
                  <a:pt x="331443" y="174476"/>
                </a:cubicBezTo>
                <a:cubicBezTo>
                  <a:pt x="336108" y="162697"/>
                  <a:pt x="338439" y="150471"/>
                  <a:pt x="338439" y="137801"/>
                </a:cubicBezTo>
                <a:moveTo>
                  <a:pt x="57240" y="146281"/>
                </a:moveTo>
                <a:lnTo>
                  <a:pt x="69288" y="146281"/>
                </a:lnTo>
                <a:cubicBezTo>
                  <a:pt x="79826" y="146281"/>
                  <a:pt x="88368" y="137738"/>
                  <a:pt x="88368" y="127201"/>
                </a:cubicBezTo>
                <a:cubicBezTo>
                  <a:pt x="88368" y="116663"/>
                  <a:pt x="79826" y="108121"/>
                  <a:pt x="69288" y="108121"/>
                </a:cubicBezTo>
                <a:lnTo>
                  <a:pt x="57240" y="108121"/>
                </a:lnTo>
                <a:cubicBezTo>
                  <a:pt x="41434" y="108121"/>
                  <a:pt x="27942" y="113710"/>
                  <a:pt x="16765" y="124886"/>
                </a:cubicBezTo>
                <a:cubicBezTo>
                  <a:pt x="5588" y="136063"/>
                  <a:pt x="0" y="149555"/>
                  <a:pt x="0" y="165361"/>
                </a:cubicBezTo>
                <a:lnTo>
                  <a:pt x="0" y="365698"/>
                </a:lnTo>
                <a:cubicBezTo>
                  <a:pt x="0" y="381506"/>
                  <a:pt x="5588" y="394999"/>
                  <a:pt x="16765" y="406173"/>
                </a:cubicBezTo>
                <a:cubicBezTo>
                  <a:pt x="27942" y="417351"/>
                  <a:pt x="41434" y="422938"/>
                  <a:pt x="57240" y="422938"/>
                </a:cubicBezTo>
                <a:lnTo>
                  <a:pt x="202809" y="422938"/>
                </a:lnTo>
                <a:lnTo>
                  <a:pt x="157761" y="467986"/>
                </a:lnTo>
                <a:cubicBezTo>
                  <a:pt x="148152" y="477596"/>
                  <a:pt x="148152" y="493174"/>
                  <a:pt x="157761" y="502784"/>
                </a:cubicBezTo>
                <a:cubicBezTo>
                  <a:pt x="167371" y="512394"/>
                  <a:pt x="182951" y="512394"/>
                  <a:pt x="192561" y="502784"/>
                </a:cubicBezTo>
                <a:lnTo>
                  <a:pt x="269119" y="426226"/>
                </a:lnTo>
                <a:cubicBezTo>
                  <a:pt x="270152" y="425196"/>
                  <a:pt x="271074" y="424092"/>
                  <a:pt x="271885" y="422938"/>
                </a:cubicBezTo>
                <a:lnTo>
                  <a:pt x="401066" y="422938"/>
                </a:lnTo>
                <a:cubicBezTo>
                  <a:pt x="401877" y="424092"/>
                  <a:pt x="402799" y="425196"/>
                  <a:pt x="403832" y="426226"/>
                </a:cubicBezTo>
                <a:lnTo>
                  <a:pt x="480390" y="502784"/>
                </a:lnTo>
                <a:cubicBezTo>
                  <a:pt x="490000" y="512394"/>
                  <a:pt x="505579" y="512394"/>
                  <a:pt x="515189" y="502784"/>
                </a:cubicBezTo>
                <a:cubicBezTo>
                  <a:pt x="524799" y="493174"/>
                  <a:pt x="524799" y="477596"/>
                  <a:pt x="515189" y="467986"/>
                </a:cubicBezTo>
                <a:lnTo>
                  <a:pt x="470141" y="422938"/>
                </a:lnTo>
                <a:lnTo>
                  <a:pt x="604197" y="422938"/>
                </a:lnTo>
                <a:cubicBezTo>
                  <a:pt x="620004" y="422938"/>
                  <a:pt x="633494" y="417351"/>
                  <a:pt x="644672" y="406173"/>
                </a:cubicBezTo>
                <a:cubicBezTo>
                  <a:pt x="655849" y="394999"/>
                  <a:pt x="661436" y="381506"/>
                  <a:pt x="661436" y="365698"/>
                </a:cubicBezTo>
                <a:lnTo>
                  <a:pt x="661436" y="165361"/>
                </a:lnTo>
                <a:cubicBezTo>
                  <a:pt x="661436" y="149554"/>
                  <a:pt x="655849" y="136063"/>
                  <a:pt x="644672" y="124886"/>
                </a:cubicBezTo>
                <a:cubicBezTo>
                  <a:pt x="633494" y="113710"/>
                  <a:pt x="620004" y="108121"/>
                  <a:pt x="604197" y="108121"/>
                </a:cubicBezTo>
                <a:lnTo>
                  <a:pt x="410358" y="108121"/>
                </a:lnTo>
                <a:cubicBezTo>
                  <a:pt x="399822" y="108121"/>
                  <a:pt x="391278" y="116663"/>
                  <a:pt x="391278" y="127201"/>
                </a:cubicBezTo>
                <a:cubicBezTo>
                  <a:pt x="391278" y="137738"/>
                  <a:pt x="399822" y="146281"/>
                  <a:pt x="410358" y="146281"/>
                </a:cubicBezTo>
                <a:lnTo>
                  <a:pt x="604197" y="146281"/>
                </a:lnTo>
                <a:cubicBezTo>
                  <a:pt x="609466" y="146281"/>
                  <a:pt x="613962" y="148144"/>
                  <a:pt x="617689" y="151869"/>
                </a:cubicBezTo>
                <a:cubicBezTo>
                  <a:pt x="621413" y="155595"/>
                  <a:pt x="623277" y="160092"/>
                  <a:pt x="623277" y="165361"/>
                </a:cubicBezTo>
                <a:lnTo>
                  <a:pt x="623277" y="365698"/>
                </a:lnTo>
                <a:cubicBezTo>
                  <a:pt x="623277" y="370968"/>
                  <a:pt x="621413" y="375464"/>
                  <a:pt x="617689" y="379191"/>
                </a:cubicBezTo>
                <a:cubicBezTo>
                  <a:pt x="613962" y="382918"/>
                  <a:pt x="609466" y="384778"/>
                  <a:pt x="604197" y="384778"/>
                </a:cubicBezTo>
                <a:lnTo>
                  <a:pt x="426458" y="384778"/>
                </a:lnTo>
                <a:cubicBezTo>
                  <a:pt x="423017" y="384034"/>
                  <a:pt x="419446" y="384034"/>
                  <a:pt x="416005" y="384778"/>
                </a:cubicBezTo>
                <a:lnTo>
                  <a:pt x="256946" y="384778"/>
                </a:lnTo>
                <a:cubicBezTo>
                  <a:pt x="253505" y="384034"/>
                  <a:pt x="249934" y="384034"/>
                  <a:pt x="246493" y="384778"/>
                </a:cubicBezTo>
                <a:lnTo>
                  <a:pt x="57240" y="384778"/>
                </a:lnTo>
                <a:cubicBezTo>
                  <a:pt x="51971" y="384778"/>
                  <a:pt x="47474" y="382918"/>
                  <a:pt x="43748" y="379191"/>
                </a:cubicBezTo>
                <a:cubicBezTo>
                  <a:pt x="40023" y="375464"/>
                  <a:pt x="38160" y="370968"/>
                  <a:pt x="38160" y="365698"/>
                </a:cubicBezTo>
                <a:lnTo>
                  <a:pt x="38160" y="165361"/>
                </a:lnTo>
                <a:cubicBezTo>
                  <a:pt x="38160" y="160092"/>
                  <a:pt x="40023" y="155595"/>
                  <a:pt x="43748" y="151869"/>
                </a:cubicBezTo>
                <a:cubicBezTo>
                  <a:pt x="47474" y="148144"/>
                  <a:pt x="51971" y="146281"/>
                  <a:pt x="57240" y="146281"/>
                </a:cubicBezTo>
                <a:moveTo>
                  <a:pt x="408097" y="222335"/>
                </a:moveTo>
                <a:cubicBezTo>
                  <a:pt x="408097" y="211797"/>
                  <a:pt x="416641" y="203255"/>
                  <a:pt x="427177" y="203255"/>
                </a:cubicBezTo>
                <a:lnTo>
                  <a:pt x="568158" y="203255"/>
                </a:lnTo>
                <a:cubicBezTo>
                  <a:pt x="578696" y="203255"/>
                  <a:pt x="587238" y="211797"/>
                  <a:pt x="587238" y="222335"/>
                </a:cubicBezTo>
                <a:cubicBezTo>
                  <a:pt x="587238" y="232874"/>
                  <a:pt x="578696" y="241415"/>
                  <a:pt x="568158" y="241415"/>
                </a:cubicBezTo>
                <a:lnTo>
                  <a:pt x="427177" y="241415"/>
                </a:lnTo>
                <a:cubicBezTo>
                  <a:pt x="416641" y="241415"/>
                  <a:pt x="408097" y="232874"/>
                  <a:pt x="408097" y="222335"/>
                </a:cubicBezTo>
                <a:moveTo>
                  <a:pt x="408097" y="287789"/>
                </a:moveTo>
                <a:cubicBezTo>
                  <a:pt x="408097" y="277254"/>
                  <a:pt x="416641" y="268709"/>
                  <a:pt x="427177" y="268709"/>
                </a:cubicBezTo>
                <a:lnTo>
                  <a:pt x="568158" y="268709"/>
                </a:lnTo>
                <a:cubicBezTo>
                  <a:pt x="578696" y="268709"/>
                  <a:pt x="587238" y="277254"/>
                  <a:pt x="587238" y="287789"/>
                </a:cubicBezTo>
                <a:cubicBezTo>
                  <a:pt x="587238" y="298327"/>
                  <a:pt x="578696" y="306869"/>
                  <a:pt x="568158" y="306869"/>
                </a:cubicBezTo>
                <a:lnTo>
                  <a:pt x="427177" y="306869"/>
                </a:lnTo>
                <a:cubicBezTo>
                  <a:pt x="416641" y="306869"/>
                  <a:pt x="408097" y="298327"/>
                  <a:pt x="408097" y="287789"/>
                </a:cubicBezTo>
              </a:path>
            </a:pathLst>
          </a:custGeom>
          <a:solidFill>
            <a:schemeClr val="tx1">
              <a:lumMod val="85000"/>
              <a:lumOff val="15000"/>
            </a:schemeClr>
          </a:solidFill>
          <a:ln w="3159" cap="sq">
            <a:noFill/>
            <a:prstDash val="solid"/>
            <a:bevel/>
          </a:ln>
        </p:spPr>
        <p:txBody>
          <a:bodyPr rtlCol="0" anchor="ctr"/>
          <a:lstStyle/>
          <a:p>
            <a:endParaRPr lang="en-US" dirty="0">
              <a:solidFill>
                <a:schemeClr val="tx1"/>
              </a:solidFill>
            </a:endParaRPr>
          </a:p>
        </p:txBody>
      </p:sp>
    </p:spTree>
    <p:custDataLst>
      <p:tags r:id="rId10"/>
    </p:custDataLst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>
                <a:latin typeface="+mj-lt"/>
              </a:rPr>
              <a:t>Sentiment Analysis Logic</a:t>
            </a:r>
            <a:endParaRPr lang="en-US" spc="0">
              <a:latin typeface="+mj-lt"/>
            </a:endParaRPr>
          </a:p>
        </p:txBody>
      </p:sp>
      <p:sp>
        <p:nvSpPr>
          <p:cNvPr id="4" name="任意多边形: 形状 3"/>
          <p:cNvSpPr/>
          <p:nvPr>
            <p:custDataLst>
              <p:tags r:id="rId2"/>
            </p:custDataLst>
          </p:nvPr>
        </p:nvSpPr>
        <p:spPr>
          <a:xfrm rot="10800000">
            <a:off x="6399953" y="2865836"/>
            <a:ext cx="4592405" cy="3206198"/>
          </a:xfrm>
          <a:custGeom>
            <a:avLst/>
            <a:gdLst>
              <a:gd name="connsiteX0" fmla="*/ 2584395 w 2695478"/>
              <a:gd name="connsiteY0" fmla="*/ 1854489 h 1854489"/>
              <a:gd name="connsiteX1" fmla="*/ 111083 w 2695478"/>
              <a:gd name="connsiteY1" fmla="*/ 1854489 h 1854489"/>
              <a:gd name="connsiteX2" fmla="*/ 0 w 2695478"/>
              <a:gd name="connsiteY2" fmla="*/ 1743406 h 1854489"/>
              <a:gd name="connsiteX3" fmla="*/ 0 w 2695478"/>
              <a:gd name="connsiteY3" fmla="*/ 362180 h 1854489"/>
              <a:gd name="connsiteX4" fmla="*/ 111083 w 2695478"/>
              <a:gd name="connsiteY4" fmla="*/ 251097 h 1854489"/>
              <a:gd name="connsiteX5" fmla="*/ 1139340 w 2695478"/>
              <a:gd name="connsiteY5" fmla="*/ 251097 h 1854489"/>
              <a:gd name="connsiteX6" fmla="*/ 1347740 w 2695478"/>
              <a:gd name="connsiteY6" fmla="*/ 0 h 1854489"/>
              <a:gd name="connsiteX7" fmla="*/ 1556139 w 2695478"/>
              <a:gd name="connsiteY7" fmla="*/ 251097 h 1854489"/>
              <a:gd name="connsiteX8" fmla="*/ 2584395 w 2695478"/>
              <a:gd name="connsiteY8" fmla="*/ 251097 h 1854489"/>
              <a:gd name="connsiteX9" fmla="*/ 2695478 w 2695478"/>
              <a:gd name="connsiteY9" fmla="*/ 362180 h 1854489"/>
              <a:gd name="connsiteX10" fmla="*/ 2695478 w 2695478"/>
              <a:gd name="connsiteY10" fmla="*/ 1743406 h 1854489"/>
              <a:gd name="connsiteX11" fmla="*/ 2584395 w 2695478"/>
              <a:gd name="connsiteY11" fmla="*/ 1854489 h 1854489"/>
              <a:gd name="connsiteX0-1" fmla="*/ 2584395 w 2695478"/>
              <a:gd name="connsiteY0-2" fmla="*/ 1865811 h 1865811"/>
              <a:gd name="connsiteX1-3" fmla="*/ 111083 w 2695478"/>
              <a:gd name="connsiteY1-4" fmla="*/ 1865811 h 1865811"/>
              <a:gd name="connsiteX2-5" fmla="*/ 0 w 2695478"/>
              <a:gd name="connsiteY2-6" fmla="*/ 1754728 h 1865811"/>
              <a:gd name="connsiteX3-7" fmla="*/ 0 w 2695478"/>
              <a:gd name="connsiteY3-8" fmla="*/ 373502 h 1865811"/>
              <a:gd name="connsiteX4-9" fmla="*/ 111083 w 2695478"/>
              <a:gd name="connsiteY4-10" fmla="*/ 262419 h 1865811"/>
              <a:gd name="connsiteX5-11" fmla="*/ 1139340 w 2695478"/>
              <a:gd name="connsiteY5-12" fmla="*/ 262419 h 1865811"/>
              <a:gd name="connsiteX6-13" fmla="*/ 1575299 w 2695478"/>
              <a:gd name="connsiteY6-14" fmla="*/ 0 h 1865811"/>
              <a:gd name="connsiteX7-15" fmla="*/ 1556139 w 2695478"/>
              <a:gd name="connsiteY7-16" fmla="*/ 262419 h 1865811"/>
              <a:gd name="connsiteX8-17" fmla="*/ 2584395 w 2695478"/>
              <a:gd name="connsiteY8-18" fmla="*/ 262419 h 1865811"/>
              <a:gd name="connsiteX9-19" fmla="*/ 2695478 w 2695478"/>
              <a:gd name="connsiteY9-20" fmla="*/ 373502 h 1865811"/>
              <a:gd name="connsiteX10-21" fmla="*/ 2695478 w 2695478"/>
              <a:gd name="connsiteY10-22" fmla="*/ 1754728 h 1865811"/>
              <a:gd name="connsiteX11-23" fmla="*/ 2584395 w 2695478"/>
              <a:gd name="connsiteY11-24" fmla="*/ 1865811 h 186581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</a:cxnLst>
            <a:rect l="l" t="t" r="r" b="b"/>
            <a:pathLst>
              <a:path w="2695478" h="1865811">
                <a:moveTo>
                  <a:pt x="2584395" y="1865811"/>
                </a:moveTo>
                <a:lnTo>
                  <a:pt x="111083" y="1865811"/>
                </a:lnTo>
                <a:cubicBezTo>
                  <a:pt x="49734" y="1865811"/>
                  <a:pt x="0" y="1816077"/>
                  <a:pt x="0" y="1754728"/>
                </a:cubicBezTo>
                <a:lnTo>
                  <a:pt x="0" y="373502"/>
                </a:lnTo>
                <a:cubicBezTo>
                  <a:pt x="0" y="312153"/>
                  <a:pt x="49734" y="262419"/>
                  <a:pt x="111083" y="262419"/>
                </a:cubicBezTo>
                <a:lnTo>
                  <a:pt x="1139340" y="262419"/>
                </a:lnTo>
                <a:lnTo>
                  <a:pt x="1575299" y="0"/>
                </a:lnTo>
                <a:lnTo>
                  <a:pt x="1556139" y="262419"/>
                </a:lnTo>
                <a:lnTo>
                  <a:pt x="2584395" y="262419"/>
                </a:lnTo>
                <a:cubicBezTo>
                  <a:pt x="2645744" y="262419"/>
                  <a:pt x="2695478" y="312153"/>
                  <a:pt x="2695478" y="373502"/>
                </a:cubicBezTo>
                <a:lnTo>
                  <a:pt x="2695478" y="1754728"/>
                </a:lnTo>
                <a:cubicBezTo>
                  <a:pt x="2695478" y="1816077"/>
                  <a:pt x="2645744" y="1865811"/>
                  <a:pt x="2584395" y="1865811"/>
                </a:cubicBezTo>
                <a:close/>
              </a:path>
            </a:pathLst>
          </a:custGeom>
          <a:solidFill>
            <a:schemeClr val="lt1">
              <a:lumMod val="40000"/>
              <a:lumOff val="60000"/>
              <a:alpha val="15000"/>
            </a:schemeClr>
          </a:solidFill>
          <a:ln w="2540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矩形 1"/>
          <p:cNvSpPr/>
          <p:nvPr>
            <p:custDataLst>
              <p:tags r:id="rId3"/>
            </p:custDataLst>
          </p:nvPr>
        </p:nvSpPr>
        <p:spPr>
          <a:xfrm>
            <a:off x="6899418" y="3833362"/>
            <a:ext cx="3809328" cy="1519778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 fontScale="80000"/>
          </a:bodyPr>
          <a:lstStyle/>
          <a:p>
            <a:pPr marL="0" lv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Extracts sentiment polarity from text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 marL="0" lv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P∈[−1.0,1.0]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 marL="0" lv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P&lt;−0.2 → Anxiety/Sorrow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  <a:p>
            <a:pPr marL="0" lv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000" dirty="0">
                <a:solidFill>
                  <a:schemeClr val="tx1"/>
                </a:solidFill>
                <a:latin typeface="+mn-lt"/>
              </a:rPr>
              <a:t>P&gt;0.3 → Peace/Gratitude</a:t>
            </a:r>
            <a:endParaRPr lang="en-US" sz="2000" dirty="0">
              <a:solidFill>
                <a:schemeClr val="tx1"/>
              </a:solidFill>
              <a:latin typeface="+mn-lt"/>
            </a:endParaRPr>
          </a:p>
        </p:txBody>
      </p:sp>
      <p:sp>
        <p:nvSpPr>
          <p:cNvPr id="8" name="Shape 533"/>
          <p:cNvSpPr/>
          <p:nvPr>
            <p:custDataLst>
              <p:tags r:id="rId4"/>
            </p:custDataLst>
          </p:nvPr>
        </p:nvSpPr>
        <p:spPr>
          <a:xfrm>
            <a:off x="6899417" y="3194362"/>
            <a:ext cx="3809329" cy="571382"/>
          </a:xfrm>
          <a:prstGeom prst="rect">
            <a:avLst/>
          </a:prstGeom>
          <a:noFill/>
          <a:ln w="12700">
            <a:miter lim="400000"/>
          </a:ln>
        </p:spPr>
        <p:txBody>
          <a:bodyPr wrap="square" lIns="0" tIns="0" rIns="0" bIns="0" anchor="ctr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400" b="1" dirty="0">
                <a:solidFill>
                  <a:schemeClr val="tx1"/>
                </a:solidFill>
                <a:latin typeface="+mj-lt"/>
                <a:sym typeface="+mn-ea"/>
              </a:rPr>
              <a:t>Logic used : </a:t>
            </a:r>
            <a:endParaRPr lang="en-US" sz="2400" b="1" dirty="0">
              <a:solidFill>
                <a:schemeClr val="tx1"/>
              </a:solidFill>
              <a:latin typeface="+mj-lt"/>
              <a:sym typeface="+mn-ea"/>
            </a:endParaRPr>
          </a:p>
        </p:txBody>
      </p:sp>
      <p:sp>
        <p:nvSpPr>
          <p:cNvPr id="9" name="任意多边形: 形状 8"/>
          <p:cNvSpPr/>
          <p:nvPr>
            <p:custDataLst>
              <p:tags r:id="rId5"/>
            </p:custDataLst>
          </p:nvPr>
        </p:nvSpPr>
        <p:spPr>
          <a:xfrm rot="10800000">
            <a:off x="1218600" y="1748136"/>
            <a:ext cx="5431952" cy="3861727"/>
          </a:xfrm>
          <a:custGeom>
            <a:avLst/>
            <a:gdLst>
              <a:gd name="connsiteX0" fmla="*/ 2584395 w 2695478"/>
              <a:gd name="connsiteY0" fmla="*/ 1854489 h 1854489"/>
              <a:gd name="connsiteX1" fmla="*/ 111083 w 2695478"/>
              <a:gd name="connsiteY1" fmla="*/ 1854489 h 1854489"/>
              <a:gd name="connsiteX2" fmla="*/ 0 w 2695478"/>
              <a:gd name="connsiteY2" fmla="*/ 1743406 h 1854489"/>
              <a:gd name="connsiteX3" fmla="*/ 0 w 2695478"/>
              <a:gd name="connsiteY3" fmla="*/ 362180 h 1854489"/>
              <a:gd name="connsiteX4" fmla="*/ 111083 w 2695478"/>
              <a:gd name="connsiteY4" fmla="*/ 251097 h 1854489"/>
              <a:gd name="connsiteX5" fmla="*/ 1139340 w 2695478"/>
              <a:gd name="connsiteY5" fmla="*/ 251097 h 1854489"/>
              <a:gd name="connsiteX6" fmla="*/ 1347740 w 2695478"/>
              <a:gd name="connsiteY6" fmla="*/ 0 h 1854489"/>
              <a:gd name="connsiteX7" fmla="*/ 1556139 w 2695478"/>
              <a:gd name="connsiteY7" fmla="*/ 251097 h 1854489"/>
              <a:gd name="connsiteX8" fmla="*/ 2584395 w 2695478"/>
              <a:gd name="connsiteY8" fmla="*/ 251097 h 1854489"/>
              <a:gd name="connsiteX9" fmla="*/ 2695478 w 2695478"/>
              <a:gd name="connsiteY9" fmla="*/ 362180 h 1854489"/>
              <a:gd name="connsiteX10" fmla="*/ 2695478 w 2695478"/>
              <a:gd name="connsiteY10" fmla="*/ 1743406 h 1854489"/>
              <a:gd name="connsiteX11" fmla="*/ 2584395 w 2695478"/>
              <a:gd name="connsiteY11" fmla="*/ 1854489 h 1854489"/>
              <a:gd name="connsiteX0-1" fmla="*/ 2584395 w 2695478"/>
              <a:gd name="connsiteY0-2" fmla="*/ 1859172 h 1859172"/>
              <a:gd name="connsiteX1-3" fmla="*/ 111083 w 2695478"/>
              <a:gd name="connsiteY1-4" fmla="*/ 1859172 h 1859172"/>
              <a:gd name="connsiteX2-5" fmla="*/ 0 w 2695478"/>
              <a:gd name="connsiteY2-6" fmla="*/ 1748089 h 1859172"/>
              <a:gd name="connsiteX3-7" fmla="*/ 0 w 2695478"/>
              <a:gd name="connsiteY3-8" fmla="*/ 366863 h 1859172"/>
              <a:gd name="connsiteX4-9" fmla="*/ 111083 w 2695478"/>
              <a:gd name="connsiteY4-10" fmla="*/ 255780 h 1859172"/>
              <a:gd name="connsiteX5-11" fmla="*/ 1139340 w 2695478"/>
              <a:gd name="connsiteY5-12" fmla="*/ 255780 h 1859172"/>
              <a:gd name="connsiteX6-13" fmla="*/ 1043632 w 2695478"/>
              <a:gd name="connsiteY6-14" fmla="*/ 0 h 1859172"/>
              <a:gd name="connsiteX7-15" fmla="*/ 1556139 w 2695478"/>
              <a:gd name="connsiteY7-16" fmla="*/ 255780 h 1859172"/>
              <a:gd name="connsiteX8-17" fmla="*/ 2584395 w 2695478"/>
              <a:gd name="connsiteY8-18" fmla="*/ 255780 h 1859172"/>
              <a:gd name="connsiteX9-19" fmla="*/ 2695478 w 2695478"/>
              <a:gd name="connsiteY9-20" fmla="*/ 366863 h 1859172"/>
              <a:gd name="connsiteX10-21" fmla="*/ 2695478 w 2695478"/>
              <a:gd name="connsiteY10-22" fmla="*/ 1748089 h 1859172"/>
              <a:gd name="connsiteX11-23" fmla="*/ 2584395 w 2695478"/>
              <a:gd name="connsiteY11-24" fmla="*/ 1859172 h 1859172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  <a:cxn ang="0">
                <a:pos x="connsiteX6-13" y="connsiteY6-14"/>
              </a:cxn>
              <a:cxn ang="0">
                <a:pos x="connsiteX7-15" y="connsiteY7-16"/>
              </a:cxn>
              <a:cxn ang="0">
                <a:pos x="connsiteX8-17" y="connsiteY8-18"/>
              </a:cxn>
              <a:cxn ang="0">
                <a:pos x="connsiteX9-19" y="connsiteY9-20"/>
              </a:cxn>
              <a:cxn ang="0">
                <a:pos x="connsiteX10-21" y="connsiteY10-22"/>
              </a:cxn>
              <a:cxn ang="0">
                <a:pos x="connsiteX11-23" y="connsiteY11-24"/>
              </a:cxn>
            </a:cxnLst>
            <a:rect l="l" t="t" r="r" b="b"/>
            <a:pathLst>
              <a:path w="2695478" h="1859172">
                <a:moveTo>
                  <a:pt x="2584395" y="1859172"/>
                </a:moveTo>
                <a:lnTo>
                  <a:pt x="111083" y="1859172"/>
                </a:lnTo>
                <a:cubicBezTo>
                  <a:pt x="49734" y="1859172"/>
                  <a:pt x="0" y="1809438"/>
                  <a:pt x="0" y="1748089"/>
                </a:cubicBezTo>
                <a:lnTo>
                  <a:pt x="0" y="366863"/>
                </a:lnTo>
                <a:cubicBezTo>
                  <a:pt x="0" y="305514"/>
                  <a:pt x="49734" y="255780"/>
                  <a:pt x="111083" y="255780"/>
                </a:cubicBezTo>
                <a:lnTo>
                  <a:pt x="1139340" y="255780"/>
                </a:lnTo>
                <a:lnTo>
                  <a:pt x="1043632" y="0"/>
                </a:lnTo>
                <a:lnTo>
                  <a:pt x="1556139" y="255780"/>
                </a:lnTo>
                <a:lnTo>
                  <a:pt x="2584395" y="255780"/>
                </a:lnTo>
                <a:cubicBezTo>
                  <a:pt x="2645744" y="255780"/>
                  <a:pt x="2695478" y="305514"/>
                  <a:pt x="2695478" y="366863"/>
                </a:cubicBezTo>
                <a:lnTo>
                  <a:pt x="2695478" y="1748089"/>
                </a:lnTo>
                <a:cubicBezTo>
                  <a:pt x="2695478" y="1809438"/>
                  <a:pt x="2645744" y="1859172"/>
                  <a:pt x="2584395" y="1859172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100000"/>
                </a:schemeClr>
              </a:gs>
              <a:gs pos="50000">
                <a:schemeClr val="accent1">
                  <a:alpha val="100000"/>
                </a:schemeClr>
              </a:gs>
            </a:gsLst>
            <a:lin ang="13800000" scaled="0"/>
          </a:gradFill>
          <a:ln>
            <a:noFill/>
          </a:ln>
          <a:effectLst>
            <a:outerShdw blurRad="228600" dist="177800" dir="3780000" algn="t" rotWithShape="0">
              <a:schemeClr val="accent1">
                <a:alpha val="20000"/>
              </a:scheme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4000" b="1" dirty="0">
              <a:solidFill>
                <a:schemeClr val="lt1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6" name="矩形 5"/>
          <p:cNvSpPr/>
          <p:nvPr>
            <p:custDataLst>
              <p:tags r:id="rId6"/>
            </p:custDataLst>
          </p:nvPr>
        </p:nvSpPr>
        <p:spPr>
          <a:xfrm>
            <a:off x="1694053" y="2861892"/>
            <a:ext cx="4481044" cy="1837044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2400" dirty="0">
                <a:solidFill>
                  <a:schemeClr val="lt1">
                    <a:lumMod val="100000"/>
                  </a:schemeClr>
                </a:solidFill>
                <a:latin typeface="+mn-lt"/>
              </a:rPr>
              <a:t>Uses TextBlob NLP library</a:t>
            </a:r>
            <a:endParaRPr lang="en-US" sz="2400" dirty="0">
              <a:solidFill>
                <a:schemeClr val="lt1">
                  <a:lumMod val="100000"/>
                </a:schemeClr>
              </a:solidFill>
              <a:latin typeface="+mn-lt"/>
            </a:endParaRPr>
          </a:p>
        </p:txBody>
      </p:sp>
      <p:sp>
        <p:nvSpPr>
          <p:cNvPr id="11" name="Shape 533"/>
          <p:cNvSpPr/>
          <p:nvPr>
            <p:custDataLst>
              <p:tags r:id="rId7"/>
            </p:custDataLst>
          </p:nvPr>
        </p:nvSpPr>
        <p:spPr>
          <a:xfrm>
            <a:off x="1694053" y="2189687"/>
            <a:ext cx="4493819" cy="690663"/>
          </a:xfrm>
          <a:prstGeom prst="rect">
            <a:avLst/>
          </a:prstGeom>
          <a:noFill/>
          <a:ln w="12700">
            <a:miter lim="400000"/>
          </a:ln>
        </p:spPr>
        <p:txBody>
          <a:bodyPr wrap="square" lIns="0" tIns="0" rIns="0" bIns="0" anchor="ctr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lt1">
                    <a:lumMod val="100000"/>
                  </a:schemeClr>
                </a:solidFill>
                <a:latin typeface="+mj-lt"/>
                <a:sym typeface="+mn-ea"/>
              </a:rPr>
              <a:t>Module used :</a:t>
            </a:r>
            <a:endParaRPr lang="en-US" sz="2800" b="1" dirty="0">
              <a:solidFill>
                <a:schemeClr val="lt1">
                  <a:lumMod val="100000"/>
                </a:schemeClr>
              </a:solidFill>
              <a:latin typeface="+mj-lt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Algorithm &amp; SQL Mapping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b="1" u="sng"/>
              <a:t>Mood Mapping</a:t>
            </a:r>
            <a:endParaRPr lang="en-US" altLang="en-US" b="1" u="sng"/>
          </a:p>
          <a:p>
            <a:pPr>
              <a:lnSpc>
                <a:spcPct val="100000"/>
              </a:lnSpc>
            </a:pPr>
            <a:r>
              <a:rPr lang="en-US" altLang="en-US" sz="1800"/>
              <a:t>Anxiety → Chinta</a:t>
            </a:r>
            <a:endParaRPr lang="en-US" altLang="en-US" sz="1800"/>
          </a:p>
          <a:p>
            <a:pPr>
              <a:lnSpc>
                <a:spcPct val="100000"/>
              </a:lnSpc>
            </a:pPr>
            <a:r>
              <a:rPr lang="en-US" altLang="en-US" sz="1800"/>
              <a:t>Fear → Bhay</a:t>
            </a:r>
            <a:endParaRPr lang="en-US" altLang="en-US" sz="1800"/>
          </a:p>
          <a:p>
            <a:pPr>
              <a:lnSpc>
                <a:spcPct val="100000"/>
              </a:lnSpc>
            </a:pPr>
            <a:r>
              <a:rPr lang="en-US" altLang="en-US" sz="1800"/>
              <a:t>Peace → Shanti</a:t>
            </a:r>
            <a:endParaRPr lang="en-US" altLang="en-US" sz="1800"/>
          </a:p>
          <a:p>
            <a:pPr>
              <a:lnSpc>
                <a:spcPct val="100000"/>
              </a:lnSpc>
            </a:pPr>
            <a:endParaRPr lang="en-US" altLang="en-US" sz="1800"/>
          </a:p>
          <a:p>
            <a:pPr marL="0" indent="0">
              <a:buNone/>
            </a:pPr>
            <a:r>
              <a:rPr lang="en-US" altLang="en-US" b="1" u="sng"/>
              <a:t>SQL Query &amp; Mapping </a:t>
            </a:r>
            <a:endParaRPr lang="en-US" altLang="en-US" b="1" u="sng"/>
          </a:p>
          <a:p>
            <a:pPr marL="0" indent="0">
              <a:buNone/>
            </a:pPr>
            <a:endParaRPr lang="en-US" altLang="en-US" b="1" u="sng"/>
          </a:p>
          <a:p>
            <a:pPr marL="0" indent="0" algn="l">
              <a:buNone/>
            </a:pPr>
            <a:r>
              <a:rPr lang="en-US" altLang="en-US" sz="1800"/>
              <a:t>SELECT shloka, translation</a:t>
            </a:r>
            <a:endParaRPr lang="en-US" altLang="en-US" sz="1800"/>
          </a:p>
          <a:p>
            <a:pPr marL="0" indent="0" algn="l">
              <a:buNone/>
            </a:pPr>
            <a:r>
              <a:rPr lang="en-US" altLang="en-US" sz="1800"/>
              <a:t>FROM shloka_library</a:t>
            </a:r>
            <a:endParaRPr lang="en-US" altLang="en-US" sz="1800"/>
          </a:p>
          <a:p>
            <a:pPr marL="0" indent="0" algn="l">
              <a:buNone/>
            </a:pPr>
            <a:r>
              <a:rPr lang="en-US" altLang="en-US" sz="1800"/>
              <a:t>WHERE mood_tag = %s</a:t>
            </a:r>
            <a:endParaRPr lang="en-US" altLang="en-US" sz="1800"/>
          </a:p>
          <a:p>
            <a:pPr marL="0" indent="0" algn="l">
              <a:buNone/>
            </a:pPr>
            <a:r>
              <a:rPr lang="en-US" altLang="en-US" sz="1800"/>
              <a:t>LIMIT 1;</a:t>
            </a:r>
            <a:endParaRPr lang="en-US" altLang="en-US" sz="1800"/>
          </a:p>
        </p:txBody>
      </p:sp>
      <p:sp>
        <p:nvSpPr>
          <p:cNvPr id="7" name="Content Placeholder 6"/>
          <p:cNvSpPr>
            <a:spLocks noGrp="1"/>
          </p:cNvSpPr>
          <p:nvPr>
            <p:ph sz="half" idx="4294967295"/>
          </p:nvPr>
        </p:nvSpPr>
        <p:spPr>
          <a:xfrm>
            <a:off x="6807200" y="1600200"/>
            <a:ext cx="5384800" cy="4526280"/>
          </a:xfrm>
        </p:spPr>
        <p:txBody>
          <a:bodyPr/>
          <a:p>
            <a:endParaRPr lang="en-US" altLang="en-US" sz="2400" b="1" u="sng"/>
          </a:p>
          <a:p>
            <a:pPr marL="0" indent="0">
              <a:buNone/>
            </a:pPr>
            <a:endParaRPr lang="en-US" altLang="en-US" sz="1800"/>
          </a:p>
        </p:txBody>
      </p:sp>
      <p:pic>
        <p:nvPicPr>
          <p:cNvPr id="4" name="Picture 3" descr="WhatsApp Image 2026-05-20 at 11.17.22 AM (4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34865" y="1371600"/>
            <a:ext cx="5928995" cy="45262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Tools &amp; Technologies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919980"/>
          </a:xfrm>
        </p:spPr>
        <p:txBody>
          <a:bodyPr/>
          <a:p>
            <a:pPr marL="0" indent="0">
              <a:lnSpc>
                <a:spcPct val="100000"/>
              </a:lnSpc>
              <a:buNone/>
            </a:pPr>
            <a:r>
              <a:rPr lang="en-US" altLang="en-US" sz="2400" b="1" u="sng"/>
              <a:t>Software &amp; Programming</a:t>
            </a:r>
            <a:endParaRPr lang="en-US" altLang="en-US" sz="2400" b="1" u="sng"/>
          </a:p>
          <a:p>
            <a:pPr marL="0" indent="0">
              <a:lnSpc>
                <a:spcPct val="100000"/>
              </a:lnSpc>
              <a:buNone/>
            </a:pPr>
            <a:endParaRPr lang="en-US" altLang="en-US" sz="2400" b="1" u="sng"/>
          </a:p>
          <a:p>
            <a:pPr>
              <a:lnSpc>
                <a:spcPct val="100000"/>
              </a:lnSpc>
            </a:pPr>
            <a:r>
              <a:rPr lang="en-US" altLang="en-US" sz="1800"/>
              <a:t>Python 3.10+</a:t>
            </a:r>
            <a:endParaRPr lang="en-US" altLang="en-US" sz="1800"/>
          </a:p>
          <a:p>
            <a:pPr>
              <a:lnSpc>
                <a:spcPct val="100000"/>
              </a:lnSpc>
            </a:pPr>
            <a:endParaRPr lang="en-US" altLang="en-US" sz="1800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2400" b="1" u="sng"/>
              <a:t>Framework &amp; Libraries</a:t>
            </a:r>
            <a:endParaRPr lang="en-US" altLang="en-US" sz="2400" b="1" u="sng"/>
          </a:p>
          <a:p>
            <a:pPr>
              <a:lnSpc>
                <a:spcPct val="100000"/>
              </a:lnSpc>
            </a:pPr>
            <a:r>
              <a:rPr lang="en-US" altLang="en-US" sz="1800">
                <a:sym typeface="+mn-ea"/>
              </a:rPr>
              <a:t>Tkinter / CustomTkinter</a:t>
            </a:r>
            <a:endParaRPr lang="en-US" altLang="en-US" sz="1800"/>
          </a:p>
          <a:p>
            <a:pPr>
              <a:lnSpc>
                <a:spcPct val="100000"/>
              </a:lnSpc>
            </a:pPr>
            <a:r>
              <a:rPr lang="en-US" altLang="en-US" sz="1800">
                <a:sym typeface="+mn-ea"/>
              </a:rPr>
              <a:t>MySQL</a:t>
            </a:r>
            <a:endParaRPr lang="en-US" altLang="en-US" sz="1800"/>
          </a:p>
          <a:p>
            <a:pPr>
              <a:lnSpc>
                <a:spcPct val="100000"/>
              </a:lnSpc>
            </a:pPr>
            <a:r>
              <a:rPr lang="en-US" altLang="en-US" sz="1800">
                <a:sym typeface="+mn-ea"/>
              </a:rPr>
              <a:t>TextBlob &amp; NLTK</a:t>
            </a:r>
            <a:endParaRPr lang="en-US" altLang="en-US" sz="1800"/>
          </a:p>
          <a:p>
            <a:pPr>
              <a:lnSpc>
                <a:spcPct val="100000"/>
              </a:lnSpc>
            </a:pPr>
            <a:r>
              <a:rPr lang="en-US" altLang="en-US" sz="1800">
                <a:sym typeface="+mn-ea"/>
              </a:rPr>
              <a:t>Matplotlib</a:t>
            </a:r>
            <a:endParaRPr lang="en-US" altLang="en-US" sz="1800"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en-US" sz="1800">
                <a:sym typeface="+mn-ea"/>
              </a:rPr>
              <a:t>tkcalendar</a:t>
            </a:r>
            <a:endParaRPr lang="en-US" altLang="en-US" sz="1800"/>
          </a:p>
          <a:p>
            <a:pPr>
              <a:lnSpc>
                <a:spcPct val="100000"/>
              </a:lnSpc>
            </a:pPr>
            <a:r>
              <a:rPr lang="en-US" altLang="en-US" sz="1800">
                <a:sym typeface="+mn-ea"/>
              </a:rPr>
              <a:t>Regex</a:t>
            </a:r>
            <a:endParaRPr lang="en-US" altLang="en-US" sz="1800"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en-US" sz="1800">
                <a:sym typeface="+mn-ea"/>
              </a:rPr>
              <a:t>Pillow(PIL)</a:t>
            </a:r>
            <a:endParaRPr lang="en-US" altLang="en-US" sz="1800">
              <a:sym typeface="+mn-ea"/>
            </a:endParaRPr>
          </a:p>
          <a:p>
            <a:pPr>
              <a:lnSpc>
                <a:spcPct val="100000"/>
              </a:lnSpc>
            </a:pPr>
            <a:r>
              <a:rPr lang="en-US" altLang="en-US" sz="1800">
                <a:sym typeface="+mn-ea"/>
              </a:rPr>
              <a:t>CSV</a:t>
            </a:r>
            <a:endParaRPr lang="en-US" altLang="en-US" sz="1800"/>
          </a:p>
          <a:p>
            <a:pPr>
              <a:lnSpc>
                <a:spcPct val="100000"/>
              </a:lnSpc>
            </a:pPr>
            <a:endParaRPr lang="en-US" altLang="en-US" sz="1800"/>
          </a:p>
          <a:p>
            <a:endParaRPr lang="en-US" altLang="en-US" sz="2400" b="1" u="sng"/>
          </a:p>
          <a:p>
            <a:endParaRPr lang="en-US" altLang="en-US" sz="180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5072380"/>
          </a:xfrm>
        </p:spPr>
        <p:txBody>
          <a:bodyPr/>
          <a:p>
            <a:pPr marL="0" indent="0">
              <a:lnSpc>
                <a:spcPct val="100000"/>
              </a:lnSpc>
              <a:buNone/>
            </a:pPr>
            <a:r>
              <a:rPr lang="en-US" altLang="en-US" sz="2400" b="1" u="sng">
                <a:sym typeface="+mn-ea"/>
              </a:rPr>
              <a:t>Hardware Requirements</a:t>
            </a:r>
            <a:endParaRPr lang="en-US" altLang="en-US" sz="2400" b="1" u="sng">
              <a:sym typeface="+mn-ea"/>
            </a:endParaRPr>
          </a:p>
          <a:p>
            <a:pPr>
              <a:lnSpc>
                <a:spcPct val="100000"/>
              </a:lnSpc>
            </a:pPr>
            <a:endParaRPr lang="en-US" altLang="en-US" sz="2400" b="1" u="sng"/>
          </a:p>
          <a:p>
            <a:pPr>
              <a:lnSpc>
                <a:spcPct val="100000"/>
              </a:lnSpc>
            </a:pPr>
            <a:r>
              <a:rPr lang="en-US" altLang="en-US" sz="1800">
                <a:sym typeface="+mn-ea"/>
              </a:rPr>
              <a:t>Intel i5 / Ryzen 5 or above</a:t>
            </a:r>
            <a:endParaRPr lang="en-US" altLang="en-US" sz="1800"/>
          </a:p>
          <a:p>
            <a:r>
              <a:rPr lang="en-US" altLang="en-US" sz="1800">
                <a:sym typeface="+mn-ea"/>
              </a:rPr>
              <a:t>8GB–16GB RAM</a:t>
            </a:r>
            <a:endParaRPr lang="en-US" altLang="en-US" sz="1800"/>
          </a:p>
          <a:p>
            <a:r>
              <a:rPr lang="en-US" altLang="en-US" sz="1800">
                <a:sym typeface="+mn-ea"/>
              </a:rPr>
              <a:t>256GB SSD or higher</a:t>
            </a:r>
            <a:endParaRPr lang="en-US" altLang="en-US" sz="1800">
              <a:sym typeface="+mn-ea"/>
            </a:endParaRPr>
          </a:p>
          <a:p>
            <a:endParaRPr lang="en-US" altLang="en-US" sz="1800">
              <a:sym typeface="+mn-ea"/>
            </a:endParaRPr>
          </a:p>
          <a:p>
            <a:pPr marL="0" indent="0">
              <a:buNone/>
            </a:pPr>
            <a:r>
              <a:rPr lang="en-US" altLang="en-US" sz="2400" b="1" u="sng">
                <a:sym typeface="+mn-ea"/>
              </a:rPr>
              <a:t>Development Tools</a:t>
            </a:r>
            <a:endParaRPr lang="en-US" altLang="en-US" sz="1800" b="1" u="sng"/>
          </a:p>
          <a:p>
            <a:pPr marL="0" indent="0">
              <a:lnSpc>
                <a:spcPct val="100000"/>
              </a:lnSpc>
              <a:buNone/>
            </a:pPr>
            <a:endParaRPr lang="en-US" altLang="en-US" sz="1800" b="1" u="sng"/>
          </a:p>
          <a:p>
            <a:pPr>
              <a:lnSpc>
                <a:spcPct val="100000"/>
              </a:lnSpc>
            </a:pPr>
            <a:r>
              <a:rPr lang="en-US" altLang="en-US" sz="1800">
                <a:sym typeface="+mn-ea"/>
              </a:rPr>
              <a:t>VS Code</a:t>
            </a:r>
            <a:endParaRPr lang="en-US" altLang="en-US" sz="1800"/>
          </a:p>
          <a:p>
            <a:r>
              <a:rPr lang="en-US" altLang="en-US" sz="1800">
                <a:sym typeface="+mn-ea"/>
              </a:rPr>
              <a:t>Git &amp; GitHub</a:t>
            </a:r>
            <a:endParaRPr lang="en-US" altLang="en-US" sz="1800"/>
          </a:p>
          <a:p>
            <a:endParaRPr lang="en-US" altLang="en-US" sz="1800"/>
          </a:p>
          <a:p>
            <a:endParaRPr lang="en-US" altLang="en-US" sz="1800"/>
          </a:p>
          <a:p>
            <a:pPr marL="0" indent="0">
              <a:buNone/>
            </a:pPr>
            <a:endParaRPr lang="en-US" sz="180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Roles &amp; Responsibilities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>
              <a:lnSpc>
                <a:spcPct val="100000"/>
              </a:lnSpc>
              <a:buNone/>
            </a:pPr>
            <a:r>
              <a:rPr lang="en-US" altLang="en-US" b="1" u="sng"/>
              <a:t>Roles &amp; Responsibilities</a:t>
            </a:r>
            <a:endParaRPr lang="en-US" altLang="en-US" b="1" u="sng"/>
          </a:p>
          <a:p>
            <a:pPr marL="0" indent="0">
              <a:lnSpc>
                <a:spcPct val="100000"/>
              </a:lnSpc>
              <a:buNone/>
            </a:pPr>
            <a:endParaRPr lang="en-US" altLang="en-US" b="1" u="sng"/>
          </a:p>
          <a:p>
            <a:pPr marL="0" indent="0">
              <a:lnSpc>
                <a:spcPct val="100000"/>
              </a:lnSpc>
              <a:buNone/>
            </a:pPr>
            <a:r>
              <a:rPr lang="en-US" altLang="en-US" sz="1800" b="1"/>
              <a:t>Team Member Name:</a:t>
            </a:r>
            <a:r>
              <a:rPr lang="en-US" altLang="en-US" sz="1800"/>
              <a:t> </a:t>
            </a:r>
            <a:r>
              <a:rPr lang="en-US" altLang="en-US" sz="1800" b="1"/>
              <a:t>Chahat Modi</a:t>
            </a:r>
            <a:endParaRPr lang="en-US" altLang="en-US" sz="1800" b="1"/>
          </a:p>
          <a:p>
            <a:pPr>
              <a:lnSpc>
                <a:spcPct val="100000"/>
              </a:lnSpc>
            </a:pPr>
            <a:endParaRPr lang="en-US" altLang="en-US" sz="1800"/>
          </a:p>
          <a:p>
            <a:pPr>
              <a:lnSpc>
                <a:spcPct val="100000"/>
              </a:lnSpc>
            </a:pPr>
            <a:r>
              <a:rPr lang="en-US" altLang="en-US" sz="1800"/>
              <a:t>Research gap identification</a:t>
            </a:r>
            <a:endParaRPr lang="en-US" altLang="en-US" sz="1800"/>
          </a:p>
          <a:p>
            <a:r>
              <a:rPr lang="en-US" altLang="en-US" sz="1800"/>
              <a:t>GUI and frontend development</a:t>
            </a:r>
            <a:endParaRPr lang="en-US" altLang="en-US" sz="1800"/>
          </a:p>
          <a:p>
            <a:r>
              <a:rPr lang="en-US" altLang="en-US" sz="1800"/>
              <a:t>Backend and database integration</a:t>
            </a:r>
            <a:endParaRPr lang="en-US" altLang="en-US" sz="1800"/>
          </a:p>
          <a:p>
            <a:r>
              <a:rPr lang="en-US" altLang="en-US" sz="1800"/>
              <a:t>NLP sentiment analysis implementation</a:t>
            </a:r>
            <a:endParaRPr lang="en-US" altLang="en-US" sz="1800"/>
          </a:p>
          <a:p>
            <a:r>
              <a:rPr lang="en-US" altLang="en-US" sz="1800"/>
              <a:t>Shloka mapping and feature integration</a:t>
            </a:r>
            <a:endParaRPr lang="en-US" altLang="en-US" sz="1800"/>
          </a:p>
          <a:p>
            <a:r>
              <a:rPr lang="en-US" altLang="en-US" sz="1800"/>
              <a:t>Testing, debugging, and documentation</a:t>
            </a:r>
            <a:endParaRPr lang="en-US" altLang="en-US" sz="180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Implementation 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532765" y="1346835"/>
            <a:ext cx="5384800" cy="5033645"/>
          </a:xfrm>
        </p:spPr>
        <p:txBody>
          <a:bodyPr/>
          <a:p>
            <a:pPr marL="0" indent="0">
              <a:buNone/>
            </a:pPr>
            <a:r>
              <a:rPr lang="en-US" altLang="en-US" sz="2400" b="1" u="sng"/>
              <a:t>Modules Developed</a:t>
            </a:r>
            <a:endParaRPr lang="en-US" altLang="en-US" sz="2400" b="1" u="sng"/>
          </a:p>
          <a:p>
            <a:r>
              <a:rPr lang="en-US" altLang="en-US" sz="1800" b="1"/>
              <a:t>main.py</a:t>
            </a:r>
            <a:endParaRPr lang="en-US" altLang="en-US" sz="18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/>
              <a:t>Controls application workflow and navigation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r>
              <a:rPr lang="en-US" altLang="en-US" sz="1800" b="1"/>
              <a:t>login_page.py</a:t>
            </a:r>
            <a:endParaRPr lang="en-US" altLang="en-US" sz="18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/>
              <a:t>Handles authentication and validation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r>
              <a:rPr lang="en-US" altLang="en-US" sz="1800" b="1"/>
              <a:t>dashboard.py</a:t>
            </a:r>
            <a:endParaRPr lang="en-US" altLang="en-US" sz="18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/>
              <a:t>Manages CRUD journaling operations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r>
              <a:rPr lang="en-US" altLang="en-US" sz="1800" b="1"/>
              <a:t>logic.py</a:t>
            </a:r>
            <a:endParaRPr lang="en-US" altLang="en-US" sz="18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/>
              <a:t>Performs sentiment analysis and shloka mapping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r>
              <a:rPr lang="en-US" altLang="en-US" sz="1800" b="1"/>
              <a:t>db_handler.py</a:t>
            </a:r>
            <a:endParaRPr lang="en-US" altLang="en-US" sz="1800" b="1"/>
          </a:p>
          <a:p>
            <a:pPr>
              <a:buFont typeface="Wingdings" panose="05000000000000000000" charset="0"/>
              <a:buChar char="Ø"/>
            </a:pPr>
            <a:r>
              <a:rPr lang="en-US" altLang="en-US" sz="1800"/>
              <a:t>Handles database connectivity and queries</a:t>
            </a:r>
            <a:endParaRPr lang="en-US" altLang="en-US" sz="1800"/>
          </a:p>
        </p:txBody>
      </p:sp>
      <p:sp>
        <p:nvSpPr>
          <p:cNvPr id="5" name="Content Placeholder 4"/>
          <p:cNvSpPr>
            <a:spLocks noGrp="1"/>
          </p:cNvSpPr>
          <p:nvPr>
            <p:ph sz="half" idx="2"/>
          </p:nvPr>
        </p:nvSpPr>
        <p:spPr>
          <a:xfrm>
            <a:off x="6130290" y="1346836"/>
            <a:ext cx="5384800" cy="4525963"/>
          </a:xfrm>
        </p:spPr>
        <p:txBody>
          <a:bodyPr/>
          <a:p>
            <a:pPr marL="0" indent="0">
              <a:buNone/>
            </a:pPr>
            <a:r>
              <a:rPr lang="en-US" altLang="en-US" sz="2400" b="1" u="sng"/>
              <a:t>Code Snippet</a:t>
            </a:r>
            <a:endParaRPr lang="en-US" altLang="en-US" sz="2400" b="1" u="sng"/>
          </a:p>
          <a:p>
            <a:pPr marL="0" indent="0">
              <a:buNone/>
            </a:pPr>
            <a:r>
              <a:rPr lang="en-US" altLang="en-US" sz="1800"/>
              <a:t>from textblob import TextBlob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blob = TextBlob(text)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polarity = blob.sentiment.polarity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if polarity &lt; -0.2:</a:t>
            </a:r>
            <a:endParaRPr lang="en-US" altLang="en-US" sz="1800"/>
          </a:p>
          <a:p>
            <a:pPr marL="0" indent="0">
              <a:buNone/>
            </a:pPr>
            <a:r>
              <a:rPr lang="en-US" altLang="en-US" sz="1800"/>
              <a:t>    mood = "Anxiety"</a:t>
            </a:r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  <a:p>
            <a:pPr marL="0" indent="0">
              <a:buNone/>
            </a:pPr>
            <a:endParaRPr lang="en-US" altLang="en-US" sz="2400" b="1" u="sng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Glimpse Of Database &amp; MySQL Queries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 descr="Screenshot 2026-05-14 141925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379220"/>
            <a:ext cx="11080750" cy="495808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Project Features </a:t>
            </a:r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en-US"/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en-US"/>
          </a:p>
        </p:txBody>
      </p:sp>
      <p:pic>
        <p:nvPicPr>
          <p:cNvPr id="11" name="Picture 10" descr="WhatsApp Image 2026-05-20 at 11.56.38 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600" y="1600200"/>
            <a:ext cx="5384165" cy="4525645"/>
          </a:xfrm>
          <a:prstGeom prst="rect">
            <a:avLst/>
          </a:prstGeom>
        </p:spPr>
      </p:pic>
      <p:pic>
        <p:nvPicPr>
          <p:cNvPr id="12" name="Picture 11" descr="WhatsApp Image 2026-05-20 at 11.56.39 A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8235" y="1600200"/>
            <a:ext cx="5384165" cy="45269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Results &amp; Output</a:t>
            </a:r>
            <a:endParaRPr lang="en-US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buNone/>
            </a:pPr>
            <a:r>
              <a:rPr lang="en-US" altLang="en-US" sz="2400" b="1" u="sng"/>
              <a:t>Observations</a:t>
            </a:r>
            <a:endParaRPr lang="en-US" altLang="en-US" sz="2400" b="1" u="sng"/>
          </a:p>
          <a:p>
            <a:r>
              <a:rPr lang="en-US" altLang="en-US" sz="1800"/>
              <a:t>Secure offline journaling achieved</a:t>
            </a:r>
            <a:endParaRPr lang="en-US" altLang="en-US" sz="1800"/>
          </a:p>
          <a:p>
            <a:r>
              <a:rPr lang="en-US" altLang="en-US" sz="1800"/>
              <a:t>Accurate mood classification using NLP</a:t>
            </a:r>
            <a:endParaRPr lang="en-US" altLang="en-US" sz="1800"/>
          </a:p>
          <a:p>
            <a:r>
              <a:rPr lang="en-US" altLang="en-US" sz="1800"/>
              <a:t>Instant Bhagavad Gita guidance displayed</a:t>
            </a:r>
            <a:endParaRPr lang="en-US" altLang="en-US" sz="1800"/>
          </a:p>
          <a:p>
            <a:r>
              <a:rPr lang="en-US" altLang="en-US" sz="1800"/>
              <a:t>Lightweight and responsive interface</a:t>
            </a:r>
            <a:endParaRPr lang="en-US" altLang="en-US" sz="1800"/>
          </a:p>
          <a:p>
            <a:endParaRPr lang="en-US" altLang="en-US" sz="1800"/>
          </a:p>
          <a:p>
            <a:pPr marL="0" indent="0">
              <a:buNone/>
            </a:pPr>
            <a:r>
              <a:rPr lang="en-US" altLang="en-US" sz="2400" b="1" u="sng"/>
              <a:t>Performance Metrics</a:t>
            </a:r>
            <a:endParaRPr lang="en-US" altLang="en-US" sz="2400" b="1" u="sng"/>
          </a:p>
          <a:p>
            <a:r>
              <a:rPr lang="en-US" altLang="en-US" sz="1800"/>
              <a:t>Query Speed &lt; 50ms</a:t>
            </a:r>
            <a:endParaRPr lang="en-US" altLang="en-US" sz="1800"/>
          </a:p>
          <a:p>
            <a:r>
              <a:rPr lang="en-US" altLang="en-US" sz="1800"/>
              <a:t>NLP Processing &lt; 0.1 sec</a:t>
            </a:r>
            <a:endParaRPr lang="en-US" altLang="en-US" sz="1800"/>
          </a:p>
          <a:p>
            <a:r>
              <a:rPr lang="en-US" altLang="en-US" sz="1800"/>
              <a:t>Memory Usage: 60–80MB</a:t>
            </a:r>
            <a:endParaRPr lang="en-US" altLang="en-US" sz="1800"/>
          </a:p>
        </p:txBody>
      </p:sp>
      <p:pic>
        <p:nvPicPr>
          <p:cNvPr id="7" name="Picture 6" descr="Screenshot 2026-05-19 145742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635" y="1694815"/>
            <a:ext cx="5976620" cy="433768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Walthrough the Desktop Application &amp; Glimpses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 descr="Screenshot 2026-05-14 140643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143000"/>
            <a:ext cx="12192000" cy="57150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Results &amp; Output </a:t>
            </a:r>
            <a:endParaRPr lang="en-US" alt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6" name="Picture 5" descr="Screenshot 2026-05-14 135347"/>
          <p:cNvPicPr>
            <a:picLocks noChangeAspect="1"/>
          </p:cNvPicPr>
          <p:nvPr/>
        </p:nvPicPr>
        <p:blipFill>
          <a:blip r:embed="rId1"/>
          <a:srcRect r="58" b="6094"/>
          <a:stretch>
            <a:fillRect/>
          </a:stretch>
        </p:blipFill>
        <p:spPr>
          <a:xfrm>
            <a:off x="635" y="1231900"/>
            <a:ext cx="12191365" cy="5626100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Dashboard and User Journal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6-05-14 135438"/>
          <p:cNvPicPr>
            <a:picLocks noChangeAspect="1"/>
          </p:cNvPicPr>
          <p:nvPr/>
        </p:nvPicPr>
        <p:blipFill>
          <a:blip r:embed="rId1"/>
          <a:srcRect b="6415"/>
          <a:stretch>
            <a:fillRect/>
          </a:stretch>
        </p:blipFill>
        <p:spPr>
          <a:xfrm>
            <a:off x="0" y="1216025"/>
            <a:ext cx="12192000" cy="528002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Features 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endParaRPr lang="en-US"/>
          </a:p>
        </p:txBody>
      </p:sp>
      <p:pic>
        <p:nvPicPr>
          <p:cNvPr id="4" name="Picture 3" descr="Screenshot 2026-05-14 135624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235" y="1371600"/>
            <a:ext cx="10972165" cy="498284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/>
              <a:t>Glimpse of of app engagement Features</a:t>
            </a:r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en-US"/>
          </a:p>
        </p:txBody>
      </p:sp>
      <p:pic>
        <p:nvPicPr>
          <p:cNvPr id="2" name="Picture 1" descr="Screenshot 2026-05-14 135733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1600835"/>
            <a:ext cx="5994400" cy="4526280"/>
          </a:xfrm>
          <a:prstGeom prst="rect">
            <a:avLst/>
          </a:prstGeom>
        </p:spPr>
      </p:pic>
      <p:pic>
        <p:nvPicPr>
          <p:cNvPr id="9" name="Picture 8" descr="Screenshot 2026-05-14 135814(1)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2510" y="1600200"/>
            <a:ext cx="6079490" cy="452691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Target Audience : Women ( &amp; Their Mental Health )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p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p>
            <a:endParaRPr lang="en-US"/>
          </a:p>
        </p:txBody>
      </p:sp>
      <p:pic>
        <p:nvPicPr>
          <p:cNvPr id="5" name="Picture 4" descr="Screenshot 2026-05-14 140456(1)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0235" y="1284605"/>
            <a:ext cx="10972165" cy="484187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标题 16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pPr algn="ctr"/>
            <a:r>
              <a:rPr lang="en-US"/>
              <a:t>Conclusion</a:t>
            </a:r>
            <a:endParaRPr lang="en-US"/>
          </a:p>
        </p:txBody>
      </p:sp>
      <p:sp>
        <p:nvSpPr>
          <p:cNvPr id="10" name="任意多边形 9"/>
          <p:cNvSpPr/>
          <p:nvPr>
            <p:custDataLst>
              <p:tags r:id="rId2"/>
            </p:custDataLst>
          </p:nvPr>
        </p:nvSpPr>
        <p:spPr>
          <a:xfrm>
            <a:off x="3199370" y="2449842"/>
            <a:ext cx="5790721" cy="3477098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271" h="5567">
                <a:moveTo>
                  <a:pt x="4636" y="0"/>
                </a:moveTo>
                <a:cubicBezTo>
                  <a:pt x="7196" y="0"/>
                  <a:pt x="9271" y="2075"/>
                  <a:pt x="9271" y="4636"/>
                </a:cubicBezTo>
                <a:cubicBezTo>
                  <a:pt x="9271" y="4936"/>
                  <a:pt x="9242" y="5229"/>
                  <a:pt x="9188" y="5513"/>
                </a:cubicBezTo>
                <a:lnTo>
                  <a:pt x="9177" y="5567"/>
                </a:lnTo>
                <a:lnTo>
                  <a:pt x="94" y="5567"/>
                </a:lnTo>
                <a:lnTo>
                  <a:pt x="83" y="5513"/>
                </a:lnTo>
                <a:cubicBezTo>
                  <a:pt x="29" y="5229"/>
                  <a:pt x="0" y="4936"/>
                  <a:pt x="0" y="4636"/>
                </a:cubicBezTo>
                <a:cubicBezTo>
                  <a:pt x="0" y="2075"/>
                  <a:pt x="2075" y="0"/>
                  <a:pt x="4636" y="0"/>
                </a:cubicBezTo>
                <a:close/>
              </a:path>
            </a:pathLst>
          </a:custGeom>
          <a:noFill/>
          <a:ln w="19050" cap="rnd">
            <a:solidFill>
              <a:schemeClr val="accent2">
                <a:alpha val="70000"/>
              </a:schemeClr>
            </a:solidFill>
            <a:prstDash val="sysDash"/>
          </a:ln>
          <a:effectLst>
            <a:outerShdw blurRad="215900" dist="76200" dir="5400000" algn="t" rotWithShape="0">
              <a:schemeClr val="accent2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algn="ctr"/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4" name="任意多边形 1"/>
          <p:cNvSpPr/>
          <p:nvPr>
            <p:custDataLst>
              <p:tags r:id="rId3"/>
            </p:custDataLst>
          </p:nvPr>
        </p:nvSpPr>
        <p:spPr>
          <a:xfrm>
            <a:off x="4778600" y="4343267"/>
            <a:ext cx="2632261" cy="1580499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271" h="5567">
                <a:moveTo>
                  <a:pt x="4636" y="0"/>
                </a:moveTo>
                <a:cubicBezTo>
                  <a:pt x="7196" y="0"/>
                  <a:pt x="9271" y="2075"/>
                  <a:pt x="9271" y="4636"/>
                </a:cubicBezTo>
                <a:cubicBezTo>
                  <a:pt x="9271" y="4936"/>
                  <a:pt x="9242" y="5229"/>
                  <a:pt x="9188" y="5513"/>
                </a:cubicBezTo>
                <a:lnTo>
                  <a:pt x="9177" y="5567"/>
                </a:lnTo>
                <a:lnTo>
                  <a:pt x="94" y="5567"/>
                </a:lnTo>
                <a:lnTo>
                  <a:pt x="83" y="5513"/>
                </a:lnTo>
                <a:cubicBezTo>
                  <a:pt x="29" y="5229"/>
                  <a:pt x="0" y="4936"/>
                  <a:pt x="0" y="4636"/>
                </a:cubicBezTo>
                <a:cubicBezTo>
                  <a:pt x="0" y="2075"/>
                  <a:pt x="2075" y="0"/>
                  <a:pt x="4636" y="0"/>
                </a:cubicBezTo>
                <a:close/>
              </a:path>
            </a:pathLst>
          </a:custGeom>
          <a:gradFill>
            <a:gsLst>
              <a:gs pos="44000">
                <a:schemeClr val="accent1">
                  <a:alpha val="100000"/>
                </a:schemeClr>
              </a:gs>
              <a:gs pos="0">
                <a:schemeClr val="accent1">
                  <a:lumMod val="40000"/>
                  <a:lumOff val="60000"/>
                  <a:alpha val="100000"/>
                </a:schemeClr>
              </a:gs>
              <a:gs pos="6600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gradFill>
              <a:gsLst>
                <a:gs pos="37000">
                  <a:schemeClr val="accent1">
                    <a:lumMod val="5000"/>
                    <a:lumOff val="95000"/>
                    <a:alpha val="100000"/>
                  </a:schemeClr>
                </a:gs>
                <a:gs pos="0">
                  <a:schemeClr val="accent1">
                    <a:lumMod val="45000"/>
                    <a:lumOff val="55000"/>
                    <a:alpha val="100000"/>
                  </a:schemeClr>
                </a:gs>
                <a:gs pos="100000">
                  <a:schemeClr val="bg1"/>
                </a:gs>
                <a:gs pos="71000">
                  <a:schemeClr val="accent1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>
            <a:defPPr>
              <a:defRPr lang="en-US">
                <a:solidFill>
                  <a:schemeClr val="lt1"/>
                </a:solidFill>
                <a:latin typeface="+mj-lt"/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j-lt"/>
              </a:defRPr>
            </a:lvl9pPr>
          </a:lstStyle>
          <a:p>
            <a:pPr lvl="0" algn="ctr">
              <a:spcBef>
                <a:spcPct val="0"/>
              </a:spcBef>
              <a:spcAft>
                <a:spcPct val="0"/>
              </a:spcAft>
              <a:buClrTx/>
              <a:buSzTx/>
              <a:buFontTx/>
            </a:pPr>
            <a:r>
              <a:rPr lang="en-US" sz="2400" b="1" dirty="0">
                <a:solidFill>
                  <a:srgbClr val="FFFFFF"/>
                </a:solidFill>
                <a:latin typeface="+mj-lt"/>
                <a:sym typeface="+mn-ea"/>
              </a:rPr>
              <a:t>Conclusion</a:t>
            </a:r>
            <a:endParaRPr lang="en-US" sz="2400" b="1" dirty="0">
              <a:solidFill>
                <a:srgbClr val="FFFFFF"/>
              </a:solidFill>
              <a:latin typeface="+mj-lt"/>
              <a:sym typeface="+mn-ea"/>
            </a:endParaRPr>
          </a:p>
        </p:txBody>
      </p:sp>
      <p:cxnSp>
        <p:nvCxnSpPr>
          <p:cNvPr id="5" name="直接连接符 18"/>
          <p:cNvCxnSpPr/>
          <p:nvPr>
            <p:custDataLst>
              <p:tags r:id="rId4"/>
            </p:custDataLst>
          </p:nvPr>
        </p:nvCxnSpPr>
        <p:spPr>
          <a:xfrm>
            <a:off x="5374620" y="5595606"/>
            <a:ext cx="1439587" cy="0"/>
          </a:xfrm>
          <a:prstGeom prst="line">
            <a:avLst/>
          </a:prstGeom>
          <a:ln cap="flat">
            <a:gradFill>
              <a:gsLst>
                <a:gs pos="0">
                  <a:srgbClr val="AFC6FF">
                    <a:alpha val="0"/>
                  </a:srgbClr>
                </a:gs>
                <a:gs pos="100000">
                  <a:srgbClr val="376FFF">
                    <a:alpha val="0"/>
                  </a:srgbClr>
                </a:gs>
                <a:gs pos="50000">
                  <a:srgbClr val="FFFFFF"/>
                </a:gs>
              </a:gsLst>
              <a:lin ang="10800000" scaled="1"/>
            </a:gradFill>
            <a:head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19"/>
          <p:cNvCxnSpPr/>
          <p:nvPr>
            <p:custDataLst>
              <p:tags r:id="rId5"/>
            </p:custDataLst>
          </p:nvPr>
        </p:nvCxnSpPr>
        <p:spPr>
          <a:xfrm>
            <a:off x="1651243" y="5927575"/>
            <a:ext cx="8886341" cy="0"/>
          </a:xfrm>
          <a:prstGeom prst="line">
            <a:avLst/>
          </a:prstGeom>
          <a:ln w="19050">
            <a:solidFill>
              <a:schemeClr val="accent1">
                <a:lumMod val="20000"/>
                <a:lumOff val="80000"/>
                <a:alpha val="70000"/>
              </a:schemeClr>
            </a:solidFill>
          </a:ln>
          <a:effectLst>
            <a:outerShdw blurRad="114300" dist="38100" dir="5400000" algn="t" rotWithShape="0">
              <a:schemeClr val="bg1">
                <a:lumMod val="85000"/>
                <a:alpha val="50000"/>
              </a:scheme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5"/>
          <p:cNvSpPr/>
          <p:nvPr>
            <p:custDataLst>
              <p:tags r:id="rId6"/>
            </p:custDataLst>
          </p:nvPr>
        </p:nvSpPr>
        <p:spPr>
          <a:xfrm>
            <a:off x="698500" y="4734266"/>
            <a:ext cx="1824874" cy="95845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Developed a secure offline wellness platform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3" name="矩形 6"/>
          <p:cNvSpPr/>
          <p:nvPr>
            <p:custDataLst>
              <p:tags r:id="rId7"/>
            </p:custDataLst>
          </p:nvPr>
        </p:nvSpPr>
        <p:spPr>
          <a:xfrm>
            <a:off x="9566433" y="4689834"/>
            <a:ext cx="1925162" cy="97115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Bridged technology with spiritual wellness concepts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26" name="椭圆 58"/>
          <p:cNvSpPr/>
          <p:nvPr>
            <p:custDataLst>
              <p:tags r:id="rId8"/>
            </p:custDataLst>
          </p:nvPr>
        </p:nvSpPr>
        <p:spPr>
          <a:xfrm>
            <a:off x="3369480" y="3264846"/>
            <a:ext cx="747087" cy="746453"/>
          </a:xfrm>
          <a:prstGeom prst="ellipse">
            <a:avLst/>
          </a:prstGeom>
          <a:noFill/>
          <a:ln>
            <a:gradFill>
              <a:gsLst>
                <a:gs pos="37000">
                  <a:schemeClr val="accent2">
                    <a:alpha val="100000"/>
                  </a:schemeClr>
                </a:gs>
                <a:gs pos="0">
                  <a:schemeClr val="accent2">
                    <a:lumMod val="45000"/>
                    <a:lumOff val="55000"/>
                    <a:alpha val="100000"/>
                  </a:schemeClr>
                </a:gs>
                <a:gs pos="100000">
                  <a:schemeClr val="accent2">
                    <a:alpha val="100000"/>
                  </a:schemeClr>
                </a:gs>
                <a:gs pos="71000">
                  <a:schemeClr val="accent2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27" name="椭圆 57"/>
          <p:cNvSpPr/>
          <p:nvPr>
            <p:custDataLst>
              <p:tags r:id="rId9"/>
            </p:custDataLst>
          </p:nvPr>
        </p:nvSpPr>
        <p:spPr>
          <a:xfrm>
            <a:off x="3453900" y="3348632"/>
            <a:ext cx="578882" cy="579516"/>
          </a:xfrm>
          <a:prstGeom prst="ellipse">
            <a:avLst/>
          </a:prstGeom>
          <a:gradFill>
            <a:gsLst>
              <a:gs pos="44000">
                <a:schemeClr val="accent2">
                  <a:alpha val="100000"/>
                </a:schemeClr>
              </a:gs>
              <a:gs pos="0">
                <a:schemeClr val="accent2">
                  <a:lumMod val="40000"/>
                  <a:lumOff val="60000"/>
                  <a:alpha val="100000"/>
                </a:schemeClr>
              </a:gs>
              <a:gs pos="66000">
                <a:schemeClr val="accent2">
                  <a:alpha val="100000"/>
                </a:schemeClr>
              </a:gs>
              <a:gs pos="100000">
                <a:schemeClr val="accent2"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gradFill>
              <a:gsLst>
                <a:gs pos="37000">
                  <a:srgbClr val="FFFFFF"/>
                </a:gs>
                <a:gs pos="0">
                  <a:schemeClr val="accent2">
                    <a:lumMod val="45000"/>
                    <a:lumOff val="55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2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2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28" name="椭圆 64"/>
          <p:cNvSpPr/>
          <p:nvPr>
            <p:custDataLst>
              <p:tags r:id="rId10"/>
            </p:custDataLst>
          </p:nvPr>
        </p:nvSpPr>
        <p:spPr>
          <a:xfrm>
            <a:off x="8004342" y="3264846"/>
            <a:ext cx="747087" cy="746453"/>
          </a:xfrm>
          <a:prstGeom prst="ellipse">
            <a:avLst/>
          </a:prstGeom>
          <a:noFill/>
          <a:ln>
            <a:gradFill>
              <a:gsLst>
                <a:gs pos="37000">
                  <a:schemeClr val="accent5">
                    <a:alpha val="100000"/>
                  </a:schemeClr>
                </a:gs>
                <a:gs pos="0">
                  <a:schemeClr val="accent5">
                    <a:lumMod val="45000"/>
                    <a:lumOff val="55000"/>
                    <a:alpha val="100000"/>
                  </a:schemeClr>
                </a:gs>
                <a:gs pos="100000">
                  <a:schemeClr val="accent5">
                    <a:alpha val="100000"/>
                  </a:schemeClr>
                </a:gs>
                <a:gs pos="71000">
                  <a:schemeClr val="accent5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5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29" name="椭圆 63"/>
          <p:cNvSpPr/>
          <p:nvPr>
            <p:custDataLst>
              <p:tags r:id="rId11"/>
            </p:custDataLst>
          </p:nvPr>
        </p:nvSpPr>
        <p:spPr>
          <a:xfrm>
            <a:off x="8088762" y="3348632"/>
            <a:ext cx="578882" cy="579516"/>
          </a:xfrm>
          <a:prstGeom prst="ellipse">
            <a:avLst/>
          </a:prstGeom>
          <a:gradFill>
            <a:gsLst>
              <a:gs pos="44000">
                <a:schemeClr val="accent5">
                  <a:alpha val="100000"/>
                </a:schemeClr>
              </a:gs>
              <a:gs pos="0">
                <a:schemeClr val="accent5">
                  <a:lumMod val="40000"/>
                  <a:lumOff val="60000"/>
                  <a:alpha val="100000"/>
                </a:schemeClr>
              </a:gs>
              <a:gs pos="66000">
                <a:schemeClr val="accent5">
                  <a:alpha val="100000"/>
                </a:schemeClr>
              </a:gs>
              <a:gs pos="100000">
                <a:schemeClr val="accent5"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gradFill>
              <a:gsLst>
                <a:gs pos="37000">
                  <a:srgbClr val="FFFFFF"/>
                </a:gs>
                <a:gs pos="0">
                  <a:schemeClr val="accent5">
                    <a:lumMod val="45000"/>
                    <a:lumOff val="55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5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5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32" name="矩形 11"/>
          <p:cNvSpPr/>
          <p:nvPr>
            <p:custDataLst>
              <p:tags r:id="rId12"/>
            </p:custDataLst>
          </p:nvPr>
        </p:nvSpPr>
        <p:spPr>
          <a:xfrm>
            <a:off x="1221525" y="3426704"/>
            <a:ext cx="1927066" cy="8753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Combined NLP with Bhagavad Gita guidance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33" name="矩形 20"/>
          <p:cNvSpPr/>
          <p:nvPr>
            <p:custDataLst>
              <p:tags r:id="rId13"/>
            </p:custDataLst>
          </p:nvPr>
        </p:nvSpPr>
        <p:spPr>
          <a:xfrm>
            <a:off x="9030714" y="3382907"/>
            <a:ext cx="1935318" cy="8867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rm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Provided lightweight and user-friendly interface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34" name="椭圆 60"/>
          <p:cNvSpPr/>
          <p:nvPr>
            <p:custDataLst>
              <p:tags r:id="rId14"/>
            </p:custDataLst>
          </p:nvPr>
        </p:nvSpPr>
        <p:spPr>
          <a:xfrm>
            <a:off x="2823605" y="4630169"/>
            <a:ext cx="747087" cy="746453"/>
          </a:xfrm>
          <a:prstGeom prst="ellipse">
            <a:avLst/>
          </a:prstGeom>
          <a:noFill/>
          <a:ln>
            <a:gradFill>
              <a:gsLst>
                <a:gs pos="37000">
                  <a:schemeClr val="accent1">
                    <a:alpha val="100000"/>
                  </a:schemeClr>
                </a:gs>
                <a:gs pos="0">
                  <a:schemeClr val="accent1">
                    <a:lumMod val="45000"/>
                    <a:lumOff val="55000"/>
                    <a:alpha val="100000"/>
                  </a:schemeClr>
                </a:gs>
                <a:gs pos="100000">
                  <a:schemeClr val="accent1">
                    <a:alpha val="100000"/>
                  </a:schemeClr>
                </a:gs>
                <a:gs pos="71000">
                  <a:schemeClr val="accent1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35" name="椭圆 59"/>
          <p:cNvSpPr/>
          <p:nvPr>
            <p:custDataLst>
              <p:tags r:id="rId15"/>
            </p:custDataLst>
          </p:nvPr>
        </p:nvSpPr>
        <p:spPr>
          <a:xfrm>
            <a:off x="2908025" y="4713954"/>
            <a:ext cx="578882" cy="579516"/>
          </a:xfrm>
          <a:prstGeom prst="ellipse">
            <a:avLst/>
          </a:prstGeom>
          <a:gradFill>
            <a:gsLst>
              <a:gs pos="44000">
                <a:schemeClr val="accent1">
                  <a:alpha val="100000"/>
                </a:schemeClr>
              </a:gs>
              <a:gs pos="0">
                <a:schemeClr val="accent1">
                  <a:lumMod val="40000"/>
                  <a:lumOff val="60000"/>
                  <a:alpha val="100000"/>
                </a:schemeClr>
              </a:gs>
              <a:gs pos="66000">
                <a:schemeClr val="accent1">
                  <a:alpha val="100000"/>
                </a:schemeClr>
              </a:gs>
              <a:gs pos="100000">
                <a:schemeClr val="accent1"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gradFill>
              <a:gsLst>
                <a:gs pos="37000">
                  <a:srgbClr val="FFFFFF"/>
                </a:gs>
                <a:gs pos="0">
                  <a:schemeClr val="accent1">
                    <a:lumMod val="45000"/>
                    <a:lumOff val="55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1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36" name="椭圆 23"/>
          <p:cNvSpPr/>
          <p:nvPr>
            <p:custDataLst>
              <p:tags r:id="rId16"/>
            </p:custDataLst>
          </p:nvPr>
        </p:nvSpPr>
        <p:spPr>
          <a:xfrm>
            <a:off x="8656218" y="4630169"/>
            <a:ext cx="747087" cy="746453"/>
          </a:xfrm>
          <a:prstGeom prst="ellipse">
            <a:avLst/>
          </a:prstGeom>
          <a:noFill/>
          <a:ln>
            <a:gradFill>
              <a:gsLst>
                <a:gs pos="37000">
                  <a:schemeClr val="accent6">
                    <a:alpha val="100000"/>
                  </a:schemeClr>
                </a:gs>
                <a:gs pos="0">
                  <a:schemeClr val="accent6">
                    <a:lumMod val="45000"/>
                    <a:lumOff val="55000"/>
                    <a:alpha val="100000"/>
                  </a:schemeClr>
                </a:gs>
                <a:gs pos="100000">
                  <a:schemeClr val="accent6">
                    <a:alpha val="100000"/>
                  </a:schemeClr>
                </a:gs>
                <a:gs pos="71000">
                  <a:schemeClr val="accent6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6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37" name="椭圆 24"/>
          <p:cNvSpPr/>
          <p:nvPr>
            <p:custDataLst>
              <p:tags r:id="rId17"/>
            </p:custDataLst>
          </p:nvPr>
        </p:nvSpPr>
        <p:spPr>
          <a:xfrm>
            <a:off x="8740638" y="4713954"/>
            <a:ext cx="578882" cy="579516"/>
          </a:xfrm>
          <a:prstGeom prst="ellipse">
            <a:avLst/>
          </a:prstGeom>
          <a:gradFill>
            <a:gsLst>
              <a:gs pos="44000">
                <a:schemeClr val="accent6">
                  <a:alpha val="100000"/>
                </a:schemeClr>
              </a:gs>
              <a:gs pos="0">
                <a:schemeClr val="accent6">
                  <a:lumMod val="40000"/>
                  <a:lumOff val="60000"/>
                  <a:alpha val="100000"/>
                </a:schemeClr>
              </a:gs>
              <a:gs pos="66000">
                <a:schemeClr val="accent6">
                  <a:alpha val="100000"/>
                </a:schemeClr>
              </a:gs>
              <a:gs pos="100000">
                <a:schemeClr val="accent6"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gradFill>
              <a:gsLst>
                <a:gs pos="37000">
                  <a:srgbClr val="FFFFFF"/>
                </a:gs>
                <a:gs pos="0">
                  <a:schemeClr val="accent6">
                    <a:lumMod val="45000"/>
                    <a:lumOff val="55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6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6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38" name="图片 19" descr="343435383036303b343532343136343bcfeec4bfb7b6cea7"/>
          <p:cNvSpPr/>
          <p:nvPr>
            <p:custDataLst>
              <p:tags r:id="rId18"/>
            </p:custDataLst>
          </p:nvPr>
        </p:nvSpPr>
        <p:spPr>
          <a:xfrm>
            <a:off x="8899958" y="4873274"/>
            <a:ext cx="260243" cy="260243"/>
          </a:xfrm>
          <a:custGeom>
            <a:avLst/>
            <a:gdLst>
              <a:gd name="connsiteX0" fmla="*/ 169292 w 914398"/>
              <a:gd name="connsiteY0" fmla="*/ 638234 h 914398"/>
              <a:gd name="connsiteX1" fmla="*/ 200126 w 914398"/>
              <a:gd name="connsiteY1" fmla="*/ 685915 h 914398"/>
              <a:gd name="connsiteX2" fmla="*/ 85877 w 914398"/>
              <a:gd name="connsiteY2" fmla="*/ 771678 h 914398"/>
              <a:gd name="connsiteX3" fmla="*/ 457314 w 914398"/>
              <a:gd name="connsiteY3" fmla="*/ 857441 h 914398"/>
              <a:gd name="connsiteX4" fmla="*/ 828749 w 914398"/>
              <a:gd name="connsiteY4" fmla="*/ 771678 h 914398"/>
              <a:gd name="connsiteX5" fmla="*/ 685915 w 914398"/>
              <a:gd name="connsiteY5" fmla="*/ 685915 h 914398"/>
              <a:gd name="connsiteX6" fmla="*/ 728489 w 914398"/>
              <a:gd name="connsiteY6" fmla="*/ 633843 h 914398"/>
              <a:gd name="connsiteX7" fmla="*/ 914512 w 914398"/>
              <a:gd name="connsiteY7" fmla="*/ 771574 h 914398"/>
              <a:gd name="connsiteX8" fmla="*/ 457314 w 914398"/>
              <a:gd name="connsiteY8" fmla="*/ 914512 h 914398"/>
              <a:gd name="connsiteX9" fmla="*/ 114 w 914398"/>
              <a:gd name="connsiteY9" fmla="*/ 771574 h 914398"/>
              <a:gd name="connsiteX10" fmla="*/ 169292 w 914398"/>
              <a:gd name="connsiteY10" fmla="*/ 638234 h 914398"/>
              <a:gd name="connsiteX11" fmla="*/ 457314 w 914398"/>
              <a:gd name="connsiteY11" fmla="*/ 800161 h 914398"/>
              <a:gd name="connsiteX12" fmla="*/ 114465 w 914398"/>
              <a:gd name="connsiteY12" fmla="*/ 345720 h 914398"/>
              <a:gd name="connsiteX13" fmla="*/ 457314 w 914398"/>
              <a:gd name="connsiteY13" fmla="*/ 114 h 914398"/>
              <a:gd name="connsiteX14" fmla="*/ 800161 w 914398"/>
              <a:gd name="connsiteY14" fmla="*/ 345720 h 914398"/>
              <a:gd name="connsiteX15" fmla="*/ 457314 w 914398"/>
              <a:gd name="connsiteY15" fmla="*/ 800161 h 914398"/>
              <a:gd name="connsiteX16" fmla="*/ 457314 w 914398"/>
              <a:gd name="connsiteY16" fmla="*/ 399831 h 914398"/>
              <a:gd name="connsiteX17" fmla="*/ 543077 w 914398"/>
              <a:gd name="connsiteY17" fmla="*/ 314273 h 914398"/>
              <a:gd name="connsiteX18" fmla="*/ 457314 w 914398"/>
              <a:gd name="connsiteY18" fmla="*/ 228714 h 914398"/>
              <a:gd name="connsiteX19" fmla="*/ 371551 w 914398"/>
              <a:gd name="connsiteY19" fmla="*/ 314273 h 914398"/>
              <a:gd name="connsiteX20" fmla="*/ 457314 w 914398"/>
              <a:gd name="connsiteY20" fmla="*/ 399831 h 91439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914398" h="914398">
                <a:moveTo>
                  <a:pt x="169292" y="638234"/>
                </a:moveTo>
                <a:lnTo>
                  <a:pt x="200126" y="685915"/>
                </a:lnTo>
                <a:cubicBezTo>
                  <a:pt x="126411" y="711438"/>
                  <a:pt x="85877" y="741355"/>
                  <a:pt x="85877" y="771678"/>
                </a:cubicBezTo>
                <a:cubicBezTo>
                  <a:pt x="85877" y="833039"/>
                  <a:pt x="278743" y="857441"/>
                  <a:pt x="457314" y="857441"/>
                </a:cubicBezTo>
                <a:cubicBezTo>
                  <a:pt x="635885" y="857441"/>
                  <a:pt x="828749" y="833140"/>
                  <a:pt x="828749" y="771678"/>
                </a:cubicBezTo>
                <a:cubicBezTo>
                  <a:pt x="828749" y="739108"/>
                  <a:pt x="768613" y="712153"/>
                  <a:pt x="685915" y="685915"/>
                </a:cubicBezTo>
                <a:lnTo>
                  <a:pt x="728489" y="633843"/>
                </a:lnTo>
                <a:cubicBezTo>
                  <a:pt x="841308" y="662127"/>
                  <a:pt x="914512" y="720321"/>
                  <a:pt x="914512" y="771574"/>
                </a:cubicBezTo>
                <a:cubicBezTo>
                  <a:pt x="914512" y="857441"/>
                  <a:pt x="709804" y="914512"/>
                  <a:pt x="457314" y="914512"/>
                </a:cubicBezTo>
                <a:cubicBezTo>
                  <a:pt x="204823" y="914512"/>
                  <a:pt x="114" y="857441"/>
                  <a:pt x="114" y="771574"/>
                </a:cubicBezTo>
                <a:cubicBezTo>
                  <a:pt x="114" y="722873"/>
                  <a:pt x="66070" y="666821"/>
                  <a:pt x="169292" y="638234"/>
                </a:cubicBezTo>
                <a:moveTo>
                  <a:pt x="457314" y="800161"/>
                </a:moveTo>
                <a:cubicBezTo>
                  <a:pt x="457314" y="800161"/>
                  <a:pt x="114465" y="557780"/>
                  <a:pt x="114465" y="345720"/>
                </a:cubicBezTo>
                <a:cubicBezTo>
                  <a:pt x="114465" y="133660"/>
                  <a:pt x="267920" y="114"/>
                  <a:pt x="457314" y="114"/>
                </a:cubicBezTo>
                <a:cubicBezTo>
                  <a:pt x="646709" y="114"/>
                  <a:pt x="800161" y="137539"/>
                  <a:pt x="800161" y="345720"/>
                </a:cubicBezTo>
                <a:cubicBezTo>
                  <a:pt x="800161" y="554003"/>
                  <a:pt x="457314" y="800161"/>
                  <a:pt x="457314" y="800161"/>
                </a:cubicBezTo>
                <a:moveTo>
                  <a:pt x="457314" y="399831"/>
                </a:moveTo>
                <a:cubicBezTo>
                  <a:pt x="504587" y="399831"/>
                  <a:pt x="543077" y="361543"/>
                  <a:pt x="543077" y="314273"/>
                </a:cubicBezTo>
                <a:cubicBezTo>
                  <a:pt x="543077" y="267001"/>
                  <a:pt x="504688" y="228714"/>
                  <a:pt x="457314" y="228714"/>
                </a:cubicBezTo>
                <a:cubicBezTo>
                  <a:pt x="410041" y="228714"/>
                  <a:pt x="371551" y="267001"/>
                  <a:pt x="371551" y="314273"/>
                </a:cubicBezTo>
                <a:cubicBezTo>
                  <a:pt x="371551" y="361543"/>
                  <a:pt x="410041" y="399831"/>
                  <a:pt x="457314" y="399831"/>
                </a:cubicBezTo>
              </a:path>
            </a:pathLst>
          </a:custGeom>
          <a:solidFill>
            <a:srgbClr val="FFFFFF"/>
          </a:solidFill>
          <a:ln w="32673" cap="flat">
            <a:noFill/>
            <a:prstDash val="solid"/>
            <a:miter/>
          </a:ln>
        </p:spPr>
        <p:txBody>
          <a:bodyPr rtlCol="0" anchor="ctr">
            <a:normAutofit fontScale="60000" lnSpcReduction="20000"/>
          </a:bodyPr>
          <a:lstStyle/>
          <a:p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39" name="椭圆 7"/>
          <p:cNvSpPr/>
          <p:nvPr>
            <p:custDataLst>
              <p:tags r:id="rId19"/>
            </p:custDataLst>
          </p:nvPr>
        </p:nvSpPr>
        <p:spPr>
          <a:xfrm>
            <a:off x="6642193" y="2172461"/>
            <a:ext cx="747087" cy="746453"/>
          </a:xfrm>
          <a:prstGeom prst="ellipse">
            <a:avLst/>
          </a:prstGeom>
          <a:noFill/>
          <a:ln>
            <a:gradFill>
              <a:gsLst>
                <a:gs pos="37000">
                  <a:schemeClr val="accent4">
                    <a:alpha val="100000"/>
                  </a:schemeClr>
                </a:gs>
                <a:gs pos="0">
                  <a:schemeClr val="accent4">
                    <a:lumMod val="45000"/>
                    <a:lumOff val="55000"/>
                    <a:alpha val="100000"/>
                  </a:schemeClr>
                </a:gs>
                <a:gs pos="100000">
                  <a:schemeClr val="accent4">
                    <a:alpha val="100000"/>
                  </a:schemeClr>
                </a:gs>
                <a:gs pos="71000">
                  <a:schemeClr val="accent4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4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40" name="椭圆 8"/>
          <p:cNvSpPr/>
          <p:nvPr>
            <p:custDataLst>
              <p:tags r:id="rId20"/>
            </p:custDataLst>
          </p:nvPr>
        </p:nvSpPr>
        <p:spPr>
          <a:xfrm>
            <a:off x="6726613" y="2256246"/>
            <a:ext cx="578882" cy="579516"/>
          </a:xfrm>
          <a:prstGeom prst="ellipse">
            <a:avLst/>
          </a:prstGeom>
          <a:gradFill>
            <a:gsLst>
              <a:gs pos="44000">
                <a:schemeClr val="accent4">
                  <a:alpha val="100000"/>
                </a:schemeClr>
              </a:gs>
              <a:gs pos="0">
                <a:schemeClr val="accent4">
                  <a:lumMod val="40000"/>
                  <a:lumOff val="60000"/>
                  <a:alpha val="100000"/>
                </a:schemeClr>
              </a:gs>
              <a:gs pos="66000">
                <a:schemeClr val="accent4">
                  <a:alpha val="100000"/>
                </a:schemeClr>
              </a:gs>
              <a:gs pos="100000">
                <a:schemeClr val="accent4"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gradFill>
              <a:gsLst>
                <a:gs pos="37000">
                  <a:srgbClr val="FFFFFF"/>
                </a:gs>
                <a:gs pos="0">
                  <a:schemeClr val="accent4">
                    <a:lumMod val="45000"/>
                    <a:lumOff val="55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4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4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41" name="图片 8" descr="343439383331313b343532303032343bb7a2b2bcb9dcc0ed"/>
          <p:cNvSpPr/>
          <p:nvPr>
            <p:custDataLst>
              <p:tags r:id="rId21"/>
            </p:custDataLst>
          </p:nvPr>
        </p:nvSpPr>
        <p:spPr>
          <a:xfrm>
            <a:off x="6868794" y="2452381"/>
            <a:ext cx="293884" cy="186613"/>
          </a:xfrm>
          <a:custGeom>
            <a:avLst/>
            <a:gdLst>
              <a:gd name="connsiteX0" fmla="*/ 771225 w 914399"/>
              <a:gd name="connsiteY0" fmla="*/ 272897 h 620485"/>
              <a:gd name="connsiteX1" fmla="*/ 574406 w 914399"/>
              <a:gd name="connsiteY1" fmla="*/ 1608 h 620485"/>
              <a:gd name="connsiteX2" fmla="*/ 334928 w 914399"/>
              <a:gd name="connsiteY2" fmla="*/ 159792 h 620485"/>
              <a:gd name="connsiteX3" fmla="*/ 204784 w 914399"/>
              <a:gd name="connsiteY3" fmla="*/ 149840 h 620485"/>
              <a:gd name="connsiteX4" fmla="*/ 149363 w 914399"/>
              <a:gd name="connsiteY4" fmla="*/ 272377 h 620485"/>
              <a:gd name="connsiteX5" fmla="*/ 114 w 914399"/>
              <a:gd name="connsiteY5" fmla="*/ 460712 h 620485"/>
              <a:gd name="connsiteX6" fmla="*/ 162122 w 914399"/>
              <a:gd name="connsiteY6" fmla="*/ 620604 h 620485"/>
              <a:gd name="connsiteX7" fmla="*/ 411940 w 914399"/>
              <a:gd name="connsiteY7" fmla="*/ 620604 h 620485"/>
              <a:gd name="connsiteX8" fmla="*/ 411940 w 914399"/>
              <a:gd name="connsiteY8" fmla="*/ 455144 h 620485"/>
              <a:gd name="connsiteX9" fmla="*/ 333423 w 914399"/>
              <a:gd name="connsiteY9" fmla="*/ 455144 h 620485"/>
              <a:gd name="connsiteX10" fmla="*/ 465462 w 914399"/>
              <a:gd name="connsiteY10" fmla="*/ 306836 h 620485"/>
              <a:gd name="connsiteX11" fmla="*/ 597505 w 914399"/>
              <a:gd name="connsiteY11" fmla="*/ 455144 h 620485"/>
              <a:gd name="connsiteX12" fmla="*/ 518984 w 914399"/>
              <a:gd name="connsiteY12" fmla="*/ 455144 h 620485"/>
              <a:gd name="connsiteX13" fmla="*/ 518984 w 914399"/>
              <a:gd name="connsiteY13" fmla="*/ 620604 h 620485"/>
              <a:gd name="connsiteX14" fmla="*/ 745706 w 914399"/>
              <a:gd name="connsiteY14" fmla="*/ 620604 h 620485"/>
              <a:gd name="connsiteX15" fmla="*/ 914060 w 914399"/>
              <a:gd name="connsiteY15" fmla="*/ 470143 h 620485"/>
              <a:gd name="connsiteX16" fmla="*/ 771225 w 914399"/>
              <a:gd name="connsiteY16" fmla="*/ 272897 h 620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914399" h="620485">
                <a:moveTo>
                  <a:pt x="771225" y="272897"/>
                </a:moveTo>
                <a:cubicBezTo>
                  <a:pt x="771225" y="272897"/>
                  <a:pt x="788432" y="29457"/>
                  <a:pt x="574406" y="1608"/>
                </a:cubicBezTo>
                <a:cubicBezTo>
                  <a:pt x="390805" y="-17850"/>
                  <a:pt x="334928" y="159792"/>
                  <a:pt x="334928" y="159792"/>
                </a:cubicBezTo>
                <a:cubicBezTo>
                  <a:pt x="334928" y="159792"/>
                  <a:pt x="279375" y="104093"/>
                  <a:pt x="204784" y="149840"/>
                </a:cubicBezTo>
                <a:cubicBezTo>
                  <a:pt x="137520" y="192691"/>
                  <a:pt x="149363" y="272377"/>
                  <a:pt x="149363" y="272377"/>
                </a:cubicBezTo>
                <a:cubicBezTo>
                  <a:pt x="149363" y="272377"/>
                  <a:pt x="114" y="301934"/>
                  <a:pt x="114" y="460712"/>
                </a:cubicBezTo>
                <a:cubicBezTo>
                  <a:pt x="3582" y="618896"/>
                  <a:pt x="162122" y="620604"/>
                  <a:pt x="162122" y="620604"/>
                </a:cubicBezTo>
                <a:lnTo>
                  <a:pt x="411940" y="620604"/>
                </a:lnTo>
                <a:lnTo>
                  <a:pt x="411940" y="455144"/>
                </a:lnTo>
                <a:lnTo>
                  <a:pt x="333423" y="455144"/>
                </a:lnTo>
                <a:lnTo>
                  <a:pt x="465462" y="306836"/>
                </a:lnTo>
                <a:lnTo>
                  <a:pt x="597505" y="455144"/>
                </a:lnTo>
                <a:lnTo>
                  <a:pt x="518984" y="455144"/>
                </a:lnTo>
                <a:lnTo>
                  <a:pt x="518984" y="620604"/>
                </a:lnTo>
                <a:lnTo>
                  <a:pt x="745706" y="620604"/>
                </a:lnTo>
                <a:cubicBezTo>
                  <a:pt x="745706" y="620604"/>
                  <a:pt x="893450" y="620604"/>
                  <a:pt x="914060" y="470143"/>
                </a:cubicBezTo>
                <a:cubicBezTo>
                  <a:pt x="923874" y="305276"/>
                  <a:pt x="771225" y="272897"/>
                  <a:pt x="771225" y="272897"/>
                </a:cubicBezTo>
                <a:close/>
              </a:path>
            </a:pathLst>
          </a:custGeom>
          <a:solidFill>
            <a:srgbClr val="FFFFFF"/>
          </a:solidFill>
          <a:ln w="32658" cap="flat">
            <a:noFill/>
            <a:prstDash val="solid"/>
            <a:miter/>
          </a:ln>
        </p:spPr>
        <p:txBody>
          <a:bodyPr rtlCol="0" anchor="ctr">
            <a:normAutofit fontScale="35000" lnSpcReduction="20000"/>
          </a:bodyPr>
          <a:lstStyle/>
          <a:p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3" name="椭圆 4"/>
          <p:cNvSpPr/>
          <p:nvPr>
            <p:custDataLst>
              <p:tags r:id="rId22"/>
            </p:custDataLst>
          </p:nvPr>
        </p:nvSpPr>
        <p:spPr>
          <a:xfrm>
            <a:off x="4797642" y="2172461"/>
            <a:ext cx="747087" cy="746453"/>
          </a:xfrm>
          <a:prstGeom prst="ellipse">
            <a:avLst/>
          </a:prstGeom>
          <a:noFill/>
          <a:ln>
            <a:gradFill>
              <a:gsLst>
                <a:gs pos="37000">
                  <a:schemeClr val="accent3">
                    <a:alpha val="100000"/>
                  </a:schemeClr>
                </a:gs>
                <a:gs pos="0">
                  <a:schemeClr val="accent3">
                    <a:lumMod val="45000"/>
                    <a:lumOff val="55000"/>
                    <a:alpha val="100000"/>
                  </a:schemeClr>
                </a:gs>
                <a:gs pos="100000">
                  <a:schemeClr val="accent3">
                    <a:alpha val="100000"/>
                  </a:schemeClr>
                </a:gs>
                <a:gs pos="71000">
                  <a:schemeClr val="accent3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3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44" name="椭圆 13"/>
          <p:cNvSpPr/>
          <p:nvPr>
            <p:custDataLst>
              <p:tags r:id="rId23"/>
            </p:custDataLst>
          </p:nvPr>
        </p:nvSpPr>
        <p:spPr>
          <a:xfrm>
            <a:off x="4882062" y="2256246"/>
            <a:ext cx="578882" cy="579516"/>
          </a:xfrm>
          <a:prstGeom prst="ellipse">
            <a:avLst/>
          </a:prstGeom>
          <a:gradFill>
            <a:gsLst>
              <a:gs pos="44000">
                <a:schemeClr val="accent3">
                  <a:alpha val="100000"/>
                </a:schemeClr>
              </a:gs>
              <a:gs pos="0">
                <a:schemeClr val="accent3">
                  <a:lumMod val="40000"/>
                  <a:lumOff val="60000"/>
                  <a:alpha val="100000"/>
                </a:schemeClr>
              </a:gs>
              <a:gs pos="66000">
                <a:schemeClr val="accent3">
                  <a:alpha val="100000"/>
                </a:schemeClr>
              </a:gs>
              <a:gs pos="100000">
                <a:schemeClr val="accent3">
                  <a:alpha val="100000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gradFill>
              <a:gsLst>
                <a:gs pos="37000">
                  <a:srgbClr val="FFFFFF"/>
                </a:gs>
                <a:gs pos="0">
                  <a:schemeClr val="accent3">
                    <a:lumMod val="45000"/>
                    <a:lumOff val="55000"/>
                    <a:alpha val="100000"/>
                  </a:schemeClr>
                </a:gs>
                <a:gs pos="100000">
                  <a:srgbClr val="FFFFFF"/>
                </a:gs>
                <a:gs pos="71000">
                  <a:schemeClr val="accent3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>
            <a:outerShdw blurRad="177800" dir="5400000" sx="90000" sy="-19000" rotWithShape="0">
              <a:schemeClr val="accent3">
                <a:alpha val="1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/>
          <a:p>
            <a:pPr lvl="0" algn="ctr">
              <a:buClrTx/>
              <a:buSzTx/>
              <a:buFontTx/>
            </a:pPr>
            <a:endParaRPr lang="en-US">
              <a:solidFill>
                <a:srgbClr val="FFFFFF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45" name="图片 12" descr="343439383331313b343532303032383bbfcdbba7b9dcc0ed"/>
          <p:cNvSpPr/>
          <p:nvPr>
            <p:custDataLst>
              <p:tags r:id="rId24"/>
            </p:custDataLst>
          </p:nvPr>
        </p:nvSpPr>
        <p:spPr>
          <a:xfrm>
            <a:off x="5030591" y="2409853"/>
            <a:ext cx="281824" cy="272303"/>
          </a:xfrm>
          <a:custGeom>
            <a:avLst/>
            <a:gdLst>
              <a:gd name="connsiteX0" fmla="*/ 691517 w 914399"/>
              <a:gd name="connsiteY0" fmla="*/ 690236 h 882013"/>
              <a:gd name="connsiteX1" fmla="*/ 497647 w 914399"/>
              <a:gd name="connsiteY1" fmla="*/ 544490 h 882013"/>
              <a:gd name="connsiteX2" fmla="*/ 486165 w 914399"/>
              <a:gd name="connsiteY2" fmla="*/ 513880 h 882013"/>
              <a:gd name="connsiteX3" fmla="*/ 486165 w 914399"/>
              <a:gd name="connsiteY3" fmla="*/ 513422 h 882013"/>
              <a:gd name="connsiteX4" fmla="*/ 487541 w 914399"/>
              <a:gd name="connsiteY4" fmla="*/ 510683 h 882013"/>
              <a:gd name="connsiteX5" fmla="*/ 560127 w 914399"/>
              <a:gd name="connsiteY5" fmla="*/ 315594 h 882013"/>
              <a:gd name="connsiteX6" fmla="*/ 484324 w 914399"/>
              <a:gd name="connsiteY6" fmla="*/ 107255 h 882013"/>
              <a:gd name="connsiteX7" fmla="*/ 480189 w 914399"/>
              <a:gd name="connsiteY7" fmla="*/ 81213 h 882013"/>
              <a:gd name="connsiteX8" fmla="*/ 606068 w 914399"/>
              <a:gd name="connsiteY8" fmla="*/ 345 h 882013"/>
              <a:gd name="connsiteX9" fmla="*/ 771454 w 914399"/>
              <a:gd name="connsiteY9" fmla="*/ 141978 h 882013"/>
              <a:gd name="connsiteX10" fmla="*/ 716326 w 914399"/>
              <a:gd name="connsiteY10" fmla="*/ 352144 h 882013"/>
              <a:gd name="connsiteX11" fmla="*/ 697949 w 914399"/>
              <a:gd name="connsiteY11" fmla="*/ 374989 h 882013"/>
              <a:gd name="connsiteX12" fmla="*/ 696109 w 914399"/>
              <a:gd name="connsiteY12" fmla="*/ 410169 h 882013"/>
              <a:gd name="connsiteX13" fmla="*/ 703003 w 914399"/>
              <a:gd name="connsiteY13" fmla="*/ 421590 h 882013"/>
              <a:gd name="connsiteX14" fmla="*/ 758131 w 914399"/>
              <a:gd name="connsiteY14" fmla="*/ 448546 h 882013"/>
              <a:gd name="connsiteX15" fmla="*/ 817853 w 914399"/>
              <a:gd name="connsiteY15" fmla="*/ 475960 h 882013"/>
              <a:gd name="connsiteX16" fmla="*/ 909734 w 914399"/>
              <a:gd name="connsiteY16" fmla="*/ 558199 h 882013"/>
              <a:gd name="connsiteX17" fmla="*/ 900546 w 914399"/>
              <a:gd name="connsiteY17" fmla="*/ 645004 h 882013"/>
              <a:gd name="connsiteX18" fmla="*/ 714028 w 914399"/>
              <a:gd name="connsiteY18" fmla="*/ 702571 h 882013"/>
              <a:gd name="connsiteX19" fmla="*/ 691517 w 914399"/>
              <a:gd name="connsiteY19" fmla="*/ 690236 h 882013"/>
              <a:gd name="connsiteX20" fmla="*/ 114 w 914399"/>
              <a:gd name="connsiteY20" fmla="*/ 781614 h 882013"/>
              <a:gd name="connsiteX21" fmla="*/ 114 w 914399"/>
              <a:gd name="connsiteY21" fmla="*/ 749630 h 882013"/>
              <a:gd name="connsiteX22" fmla="*/ 9302 w 914399"/>
              <a:gd name="connsiteY22" fmla="*/ 722219 h 882013"/>
              <a:gd name="connsiteX23" fmla="*/ 95211 w 914399"/>
              <a:gd name="connsiteY23" fmla="*/ 640892 h 882013"/>
              <a:gd name="connsiteX24" fmla="*/ 97967 w 914399"/>
              <a:gd name="connsiteY24" fmla="*/ 639065 h 882013"/>
              <a:gd name="connsiteX25" fmla="*/ 183875 w 914399"/>
              <a:gd name="connsiteY25" fmla="*/ 598861 h 882013"/>
              <a:gd name="connsiteX26" fmla="*/ 211440 w 914399"/>
              <a:gd name="connsiteY26" fmla="*/ 587437 h 882013"/>
              <a:gd name="connsiteX27" fmla="*/ 219250 w 914399"/>
              <a:gd name="connsiteY27" fmla="*/ 581498 h 882013"/>
              <a:gd name="connsiteX28" fmla="*/ 233951 w 914399"/>
              <a:gd name="connsiteY28" fmla="*/ 507483 h 882013"/>
              <a:gd name="connsiteX29" fmla="*/ 216034 w 914399"/>
              <a:gd name="connsiteY29" fmla="*/ 485096 h 882013"/>
              <a:gd name="connsiteX30" fmla="*/ 215115 w 914399"/>
              <a:gd name="connsiteY30" fmla="*/ 484184 h 882013"/>
              <a:gd name="connsiteX31" fmla="*/ 146664 w 914399"/>
              <a:gd name="connsiteY31" fmla="*/ 269905 h 882013"/>
              <a:gd name="connsiteX32" fmla="*/ 316643 w 914399"/>
              <a:gd name="connsiteY32" fmla="*/ 114565 h 882013"/>
              <a:gd name="connsiteX33" fmla="*/ 491218 w 914399"/>
              <a:gd name="connsiteY33" fmla="*/ 268992 h 882013"/>
              <a:gd name="connsiteX34" fmla="*/ 491675 w 914399"/>
              <a:gd name="connsiteY34" fmla="*/ 271276 h 882013"/>
              <a:gd name="connsiteX35" fmla="*/ 468707 w 914399"/>
              <a:gd name="connsiteY35" fmla="*/ 407427 h 882013"/>
              <a:gd name="connsiteX36" fmla="*/ 423685 w 914399"/>
              <a:gd name="connsiteY36" fmla="*/ 483726 h 882013"/>
              <a:gd name="connsiteX37" fmla="*/ 421848 w 914399"/>
              <a:gd name="connsiteY37" fmla="*/ 486469 h 882013"/>
              <a:gd name="connsiteX38" fmla="*/ 405308 w 914399"/>
              <a:gd name="connsiteY38" fmla="*/ 505656 h 882013"/>
              <a:gd name="connsiteX39" fmla="*/ 403471 w 914399"/>
              <a:gd name="connsiteY39" fmla="*/ 510225 h 882013"/>
              <a:gd name="connsiteX40" fmla="*/ 413578 w 914399"/>
              <a:gd name="connsiteY40" fmla="*/ 585610 h 882013"/>
              <a:gd name="connsiteX41" fmla="*/ 449412 w 914399"/>
              <a:gd name="connsiteY41" fmla="*/ 598861 h 882013"/>
              <a:gd name="connsiteX42" fmla="*/ 451707 w 914399"/>
              <a:gd name="connsiteY42" fmla="*/ 599773 h 882013"/>
              <a:gd name="connsiteX43" fmla="*/ 601472 w 914399"/>
              <a:gd name="connsiteY43" fmla="*/ 685669 h 882013"/>
              <a:gd name="connsiteX44" fmla="*/ 602852 w 914399"/>
              <a:gd name="connsiteY44" fmla="*/ 686581 h 882013"/>
              <a:gd name="connsiteX45" fmla="*/ 636849 w 914399"/>
              <a:gd name="connsiteY45" fmla="*/ 736382 h 882013"/>
              <a:gd name="connsiteX46" fmla="*/ 638686 w 914399"/>
              <a:gd name="connsiteY46" fmla="*/ 751915 h 882013"/>
              <a:gd name="connsiteX47" fmla="*/ 638686 w 914399"/>
              <a:gd name="connsiteY47" fmla="*/ 787553 h 882013"/>
              <a:gd name="connsiteX48" fmla="*/ 637767 w 914399"/>
              <a:gd name="connsiteY48" fmla="*/ 793949 h 882013"/>
              <a:gd name="connsiteX49" fmla="*/ 500864 w 914399"/>
              <a:gd name="connsiteY49" fmla="*/ 868422 h 882013"/>
              <a:gd name="connsiteX50" fmla="*/ 151717 w 914399"/>
              <a:gd name="connsiteY50" fmla="*/ 868422 h 882013"/>
              <a:gd name="connsiteX51" fmla="*/ 18490 w 914399"/>
              <a:gd name="connsiteY51" fmla="*/ 813594 h 882013"/>
              <a:gd name="connsiteX52" fmla="*/ 114 w 914399"/>
              <a:gd name="connsiteY52" fmla="*/ 781614 h 8820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</a:cxnLst>
            <a:rect l="l" t="t" r="r" b="b"/>
            <a:pathLst>
              <a:path w="914399" h="882013">
                <a:moveTo>
                  <a:pt x="691517" y="690236"/>
                </a:moveTo>
                <a:cubicBezTo>
                  <a:pt x="652009" y="615766"/>
                  <a:pt x="579422" y="576932"/>
                  <a:pt x="497647" y="544490"/>
                </a:cubicBezTo>
                <a:cubicBezTo>
                  <a:pt x="485243" y="539466"/>
                  <a:pt x="480189" y="525303"/>
                  <a:pt x="486165" y="513880"/>
                </a:cubicBezTo>
                <a:lnTo>
                  <a:pt x="486165" y="513422"/>
                </a:lnTo>
                <a:lnTo>
                  <a:pt x="487541" y="510683"/>
                </a:lnTo>
                <a:cubicBezTo>
                  <a:pt x="523836" y="460424"/>
                  <a:pt x="555532" y="396918"/>
                  <a:pt x="560127" y="315594"/>
                </a:cubicBezTo>
                <a:cubicBezTo>
                  <a:pt x="568855" y="222390"/>
                  <a:pt x="533481" y="156599"/>
                  <a:pt x="484324" y="107255"/>
                </a:cubicBezTo>
                <a:cubicBezTo>
                  <a:pt x="477434" y="100402"/>
                  <a:pt x="475597" y="89894"/>
                  <a:pt x="480189" y="81213"/>
                </a:cubicBezTo>
                <a:cubicBezTo>
                  <a:pt x="503619" y="38266"/>
                  <a:pt x="539914" y="4457"/>
                  <a:pt x="606068" y="345"/>
                </a:cubicBezTo>
                <a:cubicBezTo>
                  <a:pt x="707137" y="-4224"/>
                  <a:pt x="762266" y="59740"/>
                  <a:pt x="771454" y="141978"/>
                </a:cubicBezTo>
                <a:cubicBezTo>
                  <a:pt x="785235" y="233355"/>
                  <a:pt x="753078" y="306456"/>
                  <a:pt x="716326" y="352144"/>
                </a:cubicBezTo>
                <a:cubicBezTo>
                  <a:pt x="711730" y="361283"/>
                  <a:pt x="702542" y="365849"/>
                  <a:pt x="697949" y="374989"/>
                </a:cubicBezTo>
                <a:cubicBezTo>
                  <a:pt x="694272" y="382297"/>
                  <a:pt x="693354" y="399203"/>
                  <a:pt x="696109" y="410169"/>
                </a:cubicBezTo>
                <a:cubicBezTo>
                  <a:pt x="697031" y="414738"/>
                  <a:pt x="699325" y="418393"/>
                  <a:pt x="703003" y="421590"/>
                </a:cubicBezTo>
                <a:cubicBezTo>
                  <a:pt x="715865" y="432556"/>
                  <a:pt x="742050" y="440322"/>
                  <a:pt x="758131" y="448546"/>
                </a:cubicBezTo>
                <a:cubicBezTo>
                  <a:pt x="781100" y="457685"/>
                  <a:pt x="799476" y="466821"/>
                  <a:pt x="817853" y="475960"/>
                </a:cubicBezTo>
                <a:cubicBezTo>
                  <a:pt x="854605" y="494235"/>
                  <a:pt x="895950" y="521646"/>
                  <a:pt x="909734" y="558199"/>
                </a:cubicBezTo>
                <a:cubicBezTo>
                  <a:pt x="918922" y="581043"/>
                  <a:pt x="914327" y="626729"/>
                  <a:pt x="900546" y="645004"/>
                </a:cubicBezTo>
                <a:cubicBezTo>
                  <a:pt x="870684" y="687496"/>
                  <a:pt x="784774" y="694348"/>
                  <a:pt x="714028" y="702571"/>
                </a:cubicBezTo>
                <a:cubicBezTo>
                  <a:pt x="704840" y="703029"/>
                  <a:pt x="696109" y="698459"/>
                  <a:pt x="691517" y="690236"/>
                </a:cubicBezTo>
                <a:moveTo>
                  <a:pt x="114" y="781614"/>
                </a:moveTo>
                <a:lnTo>
                  <a:pt x="114" y="749630"/>
                </a:lnTo>
                <a:cubicBezTo>
                  <a:pt x="114" y="740494"/>
                  <a:pt x="4708" y="731355"/>
                  <a:pt x="9302" y="722219"/>
                </a:cubicBezTo>
                <a:cubicBezTo>
                  <a:pt x="27219" y="686124"/>
                  <a:pt x="63512" y="663282"/>
                  <a:pt x="95211" y="640892"/>
                </a:cubicBezTo>
                <a:cubicBezTo>
                  <a:pt x="96129" y="640438"/>
                  <a:pt x="97048" y="639523"/>
                  <a:pt x="97967" y="639065"/>
                </a:cubicBezTo>
                <a:cubicBezTo>
                  <a:pt x="125072" y="625817"/>
                  <a:pt x="152177" y="612109"/>
                  <a:pt x="183875" y="598861"/>
                </a:cubicBezTo>
                <a:cubicBezTo>
                  <a:pt x="191685" y="595207"/>
                  <a:pt x="202711" y="591095"/>
                  <a:pt x="211440" y="587437"/>
                </a:cubicBezTo>
                <a:cubicBezTo>
                  <a:pt x="214655" y="586067"/>
                  <a:pt x="217412" y="584240"/>
                  <a:pt x="219250" y="581498"/>
                </a:cubicBezTo>
                <a:cubicBezTo>
                  <a:pt x="232572" y="565508"/>
                  <a:pt x="246814" y="532612"/>
                  <a:pt x="233951" y="507483"/>
                </a:cubicBezTo>
                <a:cubicBezTo>
                  <a:pt x="229357" y="498347"/>
                  <a:pt x="224762" y="493777"/>
                  <a:pt x="216034" y="485096"/>
                </a:cubicBezTo>
                <a:lnTo>
                  <a:pt x="215115" y="484184"/>
                </a:lnTo>
                <a:cubicBezTo>
                  <a:pt x="173769" y="438495"/>
                  <a:pt x="137476" y="360826"/>
                  <a:pt x="146664" y="269905"/>
                </a:cubicBezTo>
                <a:cubicBezTo>
                  <a:pt x="155852" y="178529"/>
                  <a:pt x="215574" y="114565"/>
                  <a:pt x="316643" y="114565"/>
                </a:cubicBezTo>
                <a:cubicBezTo>
                  <a:pt x="417252" y="114565"/>
                  <a:pt x="476976" y="178072"/>
                  <a:pt x="491218" y="268992"/>
                </a:cubicBezTo>
                <a:cubicBezTo>
                  <a:pt x="491218" y="269905"/>
                  <a:pt x="491218" y="270362"/>
                  <a:pt x="491675" y="271276"/>
                </a:cubicBezTo>
                <a:cubicBezTo>
                  <a:pt x="495810" y="325645"/>
                  <a:pt x="482487" y="375446"/>
                  <a:pt x="468707" y="407427"/>
                </a:cubicBezTo>
                <a:cubicBezTo>
                  <a:pt x="455384" y="438953"/>
                  <a:pt x="441600" y="461339"/>
                  <a:pt x="423685" y="483726"/>
                </a:cubicBezTo>
                <a:cubicBezTo>
                  <a:pt x="422766" y="484638"/>
                  <a:pt x="422305" y="485554"/>
                  <a:pt x="421848" y="486469"/>
                </a:cubicBezTo>
                <a:cubicBezTo>
                  <a:pt x="417252" y="493777"/>
                  <a:pt x="409901" y="498347"/>
                  <a:pt x="405308" y="505656"/>
                </a:cubicBezTo>
                <a:cubicBezTo>
                  <a:pt x="404390" y="507028"/>
                  <a:pt x="403929" y="508398"/>
                  <a:pt x="403471" y="510225"/>
                </a:cubicBezTo>
                <a:cubicBezTo>
                  <a:pt x="395659" y="537182"/>
                  <a:pt x="404390" y="572362"/>
                  <a:pt x="413578" y="585610"/>
                </a:cubicBezTo>
                <a:cubicBezTo>
                  <a:pt x="418170" y="594291"/>
                  <a:pt x="435628" y="594749"/>
                  <a:pt x="449412" y="598861"/>
                </a:cubicBezTo>
                <a:cubicBezTo>
                  <a:pt x="450330" y="599318"/>
                  <a:pt x="450788" y="599318"/>
                  <a:pt x="451707" y="599773"/>
                </a:cubicBezTo>
                <a:cubicBezTo>
                  <a:pt x="506378" y="622617"/>
                  <a:pt x="560588" y="649574"/>
                  <a:pt x="601472" y="685669"/>
                </a:cubicBezTo>
                <a:cubicBezTo>
                  <a:pt x="601933" y="686124"/>
                  <a:pt x="602391" y="686581"/>
                  <a:pt x="602852" y="686581"/>
                </a:cubicBezTo>
                <a:cubicBezTo>
                  <a:pt x="614795" y="698459"/>
                  <a:pt x="630416" y="714453"/>
                  <a:pt x="636849" y="736382"/>
                </a:cubicBezTo>
                <a:cubicBezTo>
                  <a:pt x="638225" y="741406"/>
                  <a:pt x="638686" y="746891"/>
                  <a:pt x="638686" y="751915"/>
                </a:cubicBezTo>
                <a:lnTo>
                  <a:pt x="638686" y="787553"/>
                </a:lnTo>
                <a:cubicBezTo>
                  <a:pt x="638686" y="789838"/>
                  <a:pt x="638225" y="792122"/>
                  <a:pt x="637767" y="793949"/>
                </a:cubicBezTo>
                <a:cubicBezTo>
                  <a:pt x="622146" y="841466"/>
                  <a:pt x="559209" y="855171"/>
                  <a:pt x="500864" y="868422"/>
                </a:cubicBezTo>
                <a:cubicBezTo>
                  <a:pt x="399794" y="886697"/>
                  <a:pt x="257380" y="886697"/>
                  <a:pt x="151717" y="868422"/>
                </a:cubicBezTo>
                <a:cubicBezTo>
                  <a:pt x="101183" y="859283"/>
                  <a:pt x="46054" y="845578"/>
                  <a:pt x="18490" y="813594"/>
                </a:cubicBezTo>
                <a:cubicBezTo>
                  <a:pt x="9302" y="809028"/>
                  <a:pt x="4708" y="799889"/>
                  <a:pt x="114" y="781614"/>
                </a:cubicBezTo>
              </a:path>
            </a:pathLst>
          </a:custGeom>
          <a:solidFill>
            <a:srgbClr val="FFFFFF"/>
          </a:solidFill>
          <a:ln w="32688" cap="flat">
            <a:noFill/>
            <a:prstDash val="solid"/>
            <a:miter/>
          </a:ln>
        </p:spPr>
        <p:txBody>
          <a:bodyPr rtlCol="0" anchor="ctr">
            <a:normAutofit fontScale="65000" lnSpcReduction="20000"/>
          </a:bodyPr>
          <a:lstStyle/>
          <a:p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6" name="图片 11" descr="343435383038363b343532323339353bb6d4bbb0b9b5cda8"/>
          <p:cNvSpPr/>
          <p:nvPr>
            <p:custDataLst>
              <p:tags r:id="rId25"/>
            </p:custDataLst>
          </p:nvPr>
        </p:nvSpPr>
        <p:spPr>
          <a:xfrm>
            <a:off x="8250620" y="3521915"/>
            <a:ext cx="255165" cy="232314"/>
          </a:xfrm>
          <a:custGeom>
            <a:avLst/>
            <a:gdLst>
              <a:gd name="connsiteX0" fmla="*/ 803598 w 914399"/>
              <a:gd name="connsiteY0" fmla="*/ -400 h 831272"/>
              <a:gd name="connsiteX1" fmla="*/ 110034 w 914399"/>
              <a:gd name="connsiteY1" fmla="*/ -400 h 831272"/>
              <a:gd name="connsiteX2" fmla="*/ -384 w 914399"/>
              <a:gd name="connsiteY2" fmla="*/ 112865 h 831272"/>
              <a:gd name="connsiteX3" fmla="*/ -384 w 914399"/>
              <a:gd name="connsiteY3" fmla="*/ 566318 h 831272"/>
              <a:gd name="connsiteX4" fmla="*/ 105936 w 914399"/>
              <a:gd name="connsiteY4" fmla="*/ 677701 h 831272"/>
              <a:gd name="connsiteX5" fmla="*/ 212261 w 914399"/>
              <a:gd name="connsiteY5" fmla="*/ 677701 h 831272"/>
              <a:gd name="connsiteX6" fmla="*/ 199172 w 914399"/>
              <a:gd name="connsiteY6" fmla="*/ 793043 h 831272"/>
              <a:gd name="connsiteX7" fmla="*/ 218609 w 914399"/>
              <a:gd name="connsiteY7" fmla="*/ 826306 h 831272"/>
              <a:gd name="connsiteX8" fmla="*/ 256371 w 914399"/>
              <a:gd name="connsiteY8" fmla="*/ 824458 h 831272"/>
              <a:gd name="connsiteX9" fmla="*/ 467453 w 914399"/>
              <a:gd name="connsiteY9" fmla="*/ 677730 h 831272"/>
              <a:gd name="connsiteX10" fmla="*/ 807694 w 914399"/>
              <a:gd name="connsiteY10" fmla="*/ 677730 h 831272"/>
              <a:gd name="connsiteX11" fmla="*/ 914015 w 914399"/>
              <a:gd name="connsiteY11" fmla="*/ 566347 h 831272"/>
              <a:gd name="connsiteX12" fmla="*/ 914015 w 914399"/>
              <a:gd name="connsiteY12" fmla="*/ 112865 h 831272"/>
              <a:gd name="connsiteX13" fmla="*/ 803598 w 914399"/>
              <a:gd name="connsiteY13" fmla="*/ -400 h 831272"/>
              <a:gd name="connsiteX14" fmla="*/ 244393 w 914399"/>
              <a:gd name="connsiteY14" fmla="*/ 393418 h 831272"/>
              <a:gd name="connsiteX15" fmla="*/ 194783 w 914399"/>
              <a:gd name="connsiteY15" fmla="*/ 359939 h 831272"/>
              <a:gd name="connsiteX16" fmla="*/ 206075 w 914399"/>
              <a:gd name="connsiteY16" fmla="*/ 300262 h 831272"/>
              <a:gd name="connsiteX17" fmla="*/ 270494 w 914399"/>
              <a:gd name="connsiteY17" fmla="*/ 291304 h 831272"/>
              <a:gd name="connsiteX18" fmla="*/ 295703 w 914399"/>
              <a:gd name="connsiteY18" fmla="*/ 352589 h 831272"/>
              <a:gd name="connsiteX19" fmla="*/ 244393 w 914399"/>
              <a:gd name="connsiteY19" fmla="*/ 393418 h 831272"/>
              <a:gd name="connsiteX20" fmla="*/ 456705 w 914399"/>
              <a:gd name="connsiteY20" fmla="*/ 393418 h 831272"/>
              <a:gd name="connsiteX21" fmla="*/ 407416 w 914399"/>
              <a:gd name="connsiteY21" fmla="*/ 359710 h 831272"/>
              <a:gd name="connsiteX22" fmla="*/ 418932 w 914399"/>
              <a:gd name="connsiteY22" fmla="*/ 300226 h 831272"/>
              <a:gd name="connsiteX23" fmla="*/ 477061 w 914399"/>
              <a:gd name="connsiteY23" fmla="*/ 288270 h 831272"/>
              <a:gd name="connsiteX24" fmla="*/ 508926 w 914399"/>
              <a:gd name="connsiteY24" fmla="*/ 349359 h 831272"/>
              <a:gd name="connsiteX25" fmla="*/ 456705 w 914399"/>
              <a:gd name="connsiteY25" fmla="*/ 393418 h 831272"/>
              <a:gd name="connsiteX26" fmla="*/ 669319 w 914399"/>
              <a:gd name="connsiteY26" fmla="*/ 393418 h 831272"/>
              <a:gd name="connsiteX27" fmla="*/ 620032 w 914399"/>
              <a:gd name="connsiteY27" fmla="*/ 359710 h 831272"/>
              <a:gd name="connsiteX28" fmla="*/ 631549 w 914399"/>
              <a:gd name="connsiteY28" fmla="*/ 300226 h 831272"/>
              <a:gd name="connsiteX29" fmla="*/ 689677 w 914399"/>
              <a:gd name="connsiteY29" fmla="*/ 288270 h 831272"/>
              <a:gd name="connsiteX30" fmla="*/ 721638 w 914399"/>
              <a:gd name="connsiteY30" fmla="*/ 328073 h 831272"/>
              <a:gd name="connsiteX31" fmla="*/ 707078 w 914399"/>
              <a:gd name="connsiteY31" fmla="*/ 377383 h 831272"/>
              <a:gd name="connsiteX32" fmla="*/ 669319 w 914399"/>
              <a:gd name="connsiteY32" fmla="*/ 393418 h 8312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914399" h="831272">
                <a:moveTo>
                  <a:pt x="803598" y="-400"/>
                </a:moveTo>
                <a:lnTo>
                  <a:pt x="110034" y="-400"/>
                </a:lnTo>
                <a:cubicBezTo>
                  <a:pt x="35762" y="-400"/>
                  <a:pt x="-384" y="37424"/>
                  <a:pt x="-384" y="112865"/>
                </a:cubicBezTo>
                <a:lnTo>
                  <a:pt x="-384" y="566318"/>
                </a:lnTo>
                <a:cubicBezTo>
                  <a:pt x="-384" y="641960"/>
                  <a:pt x="33533" y="677701"/>
                  <a:pt x="105936" y="677701"/>
                </a:cubicBezTo>
                <a:lnTo>
                  <a:pt x="212261" y="677701"/>
                </a:lnTo>
                <a:lnTo>
                  <a:pt x="199172" y="793043"/>
                </a:lnTo>
                <a:cubicBezTo>
                  <a:pt x="199172" y="806940"/>
                  <a:pt x="206631" y="819756"/>
                  <a:pt x="218609" y="826306"/>
                </a:cubicBezTo>
                <a:cubicBezTo>
                  <a:pt x="230528" y="833002"/>
                  <a:pt x="245148" y="832289"/>
                  <a:pt x="256371" y="824458"/>
                </a:cubicBezTo>
                <a:lnTo>
                  <a:pt x="467453" y="677730"/>
                </a:lnTo>
                <a:lnTo>
                  <a:pt x="807694" y="677730"/>
                </a:lnTo>
                <a:cubicBezTo>
                  <a:pt x="881320" y="677730"/>
                  <a:pt x="914015" y="641989"/>
                  <a:pt x="914015" y="566347"/>
                </a:cubicBezTo>
                <a:lnTo>
                  <a:pt x="914015" y="112865"/>
                </a:lnTo>
                <a:cubicBezTo>
                  <a:pt x="914015" y="37424"/>
                  <a:pt x="877227" y="-343"/>
                  <a:pt x="803598" y="-400"/>
                </a:cubicBezTo>
                <a:moveTo>
                  <a:pt x="244393" y="393418"/>
                </a:moveTo>
                <a:cubicBezTo>
                  <a:pt x="222759" y="393553"/>
                  <a:pt x="203172" y="380339"/>
                  <a:pt x="194783" y="359939"/>
                </a:cubicBezTo>
                <a:cubicBezTo>
                  <a:pt x="186394" y="339545"/>
                  <a:pt x="190851" y="315983"/>
                  <a:pt x="206075" y="300262"/>
                </a:cubicBezTo>
                <a:cubicBezTo>
                  <a:pt x="223100" y="282723"/>
                  <a:pt x="249513" y="279054"/>
                  <a:pt x="270494" y="291304"/>
                </a:cubicBezTo>
                <a:cubicBezTo>
                  <a:pt x="291478" y="303555"/>
                  <a:pt x="301812" y="328680"/>
                  <a:pt x="295703" y="352589"/>
                </a:cubicBezTo>
                <a:cubicBezTo>
                  <a:pt x="289590" y="376495"/>
                  <a:pt x="268557" y="393233"/>
                  <a:pt x="244393" y="393418"/>
                </a:cubicBezTo>
                <a:moveTo>
                  <a:pt x="456705" y="393418"/>
                </a:moveTo>
                <a:cubicBezTo>
                  <a:pt x="435127" y="393397"/>
                  <a:pt x="415678" y="380098"/>
                  <a:pt x="407416" y="359710"/>
                </a:cubicBezTo>
                <a:cubicBezTo>
                  <a:pt x="399154" y="339323"/>
                  <a:pt x="403696" y="315852"/>
                  <a:pt x="418932" y="300226"/>
                </a:cubicBezTo>
                <a:cubicBezTo>
                  <a:pt x="434169" y="284596"/>
                  <a:pt x="457103" y="279883"/>
                  <a:pt x="477061" y="288270"/>
                </a:cubicBezTo>
                <a:cubicBezTo>
                  <a:pt x="500539" y="298285"/>
                  <a:pt x="513868" y="323835"/>
                  <a:pt x="508926" y="349359"/>
                </a:cubicBezTo>
                <a:cubicBezTo>
                  <a:pt x="503982" y="374879"/>
                  <a:pt x="482143" y="393306"/>
                  <a:pt x="456705" y="393418"/>
                </a:cubicBezTo>
                <a:moveTo>
                  <a:pt x="669319" y="393418"/>
                </a:moveTo>
                <a:cubicBezTo>
                  <a:pt x="647739" y="393397"/>
                  <a:pt x="628294" y="380098"/>
                  <a:pt x="620032" y="359710"/>
                </a:cubicBezTo>
                <a:cubicBezTo>
                  <a:pt x="611766" y="339323"/>
                  <a:pt x="616312" y="315852"/>
                  <a:pt x="631549" y="300226"/>
                </a:cubicBezTo>
                <a:cubicBezTo>
                  <a:pt x="646782" y="284596"/>
                  <a:pt x="669719" y="279883"/>
                  <a:pt x="689677" y="288270"/>
                </a:cubicBezTo>
                <a:cubicBezTo>
                  <a:pt x="706157" y="295256"/>
                  <a:pt x="718143" y="310183"/>
                  <a:pt x="721638" y="328073"/>
                </a:cubicBezTo>
                <a:cubicBezTo>
                  <a:pt x="725133" y="345964"/>
                  <a:pt x="719674" y="364462"/>
                  <a:pt x="707078" y="377383"/>
                </a:cubicBezTo>
                <a:cubicBezTo>
                  <a:pt x="697057" y="387608"/>
                  <a:pt x="683492" y="393418"/>
                  <a:pt x="669319" y="393418"/>
                </a:cubicBezTo>
              </a:path>
            </a:pathLst>
          </a:custGeom>
          <a:solidFill>
            <a:srgbClr val="FFFFFF"/>
          </a:solidFill>
          <a:ln w="1299" cap="flat">
            <a:noFill/>
            <a:prstDash val="solid"/>
            <a:miter/>
          </a:ln>
        </p:spPr>
        <p:txBody>
          <a:bodyPr rtlCol="0" anchor="ctr">
            <a:normAutofit fontScale="47500" lnSpcReduction="20000"/>
          </a:bodyPr>
          <a:lstStyle/>
          <a:p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7" name="任意多边形: 形状 58"/>
          <p:cNvSpPr/>
          <p:nvPr>
            <p:custDataLst>
              <p:tags r:id="rId26"/>
            </p:custDataLst>
          </p:nvPr>
        </p:nvSpPr>
        <p:spPr>
          <a:xfrm>
            <a:off x="3612585" y="3486370"/>
            <a:ext cx="260878" cy="304070"/>
          </a:xfrm>
          <a:custGeom>
            <a:avLst/>
            <a:gdLst>
              <a:gd name="connsiteX0" fmla="*/ 451004 w 783551"/>
              <a:gd name="connsiteY0" fmla="*/ 343028 h 800100"/>
              <a:gd name="connsiteX1" fmla="*/ 451004 w 783551"/>
              <a:gd name="connsiteY1" fmla="*/ 228728 h 800100"/>
              <a:gd name="connsiteX2" fmla="*/ 394644 w 783551"/>
              <a:gd name="connsiteY2" fmla="*/ 171578 h 800100"/>
              <a:gd name="connsiteX3" fmla="*/ 338284 w 783551"/>
              <a:gd name="connsiteY3" fmla="*/ 228728 h 800100"/>
              <a:gd name="connsiteX4" fmla="*/ 338284 w 783551"/>
              <a:gd name="connsiteY4" fmla="*/ 400178 h 800100"/>
              <a:gd name="connsiteX5" fmla="*/ 394644 w 783551"/>
              <a:gd name="connsiteY5" fmla="*/ 457328 h 800100"/>
              <a:gd name="connsiteX6" fmla="*/ 563726 w 783551"/>
              <a:gd name="connsiteY6" fmla="*/ 457328 h 800100"/>
              <a:gd name="connsiteX7" fmla="*/ 620089 w 783551"/>
              <a:gd name="connsiteY7" fmla="*/ 400178 h 800100"/>
              <a:gd name="connsiteX8" fmla="*/ 563726 w 783551"/>
              <a:gd name="connsiteY8" fmla="*/ 343028 h 800100"/>
              <a:gd name="connsiteX9" fmla="*/ 451004 w 783551"/>
              <a:gd name="connsiteY9" fmla="*/ 343028 h 800100"/>
              <a:gd name="connsiteX10" fmla="*/ 394644 w 783551"/>
              <a:gd name="connsiteY10" fmla="*/ 800229 h 800100"/>
              <a:gd name="connsiteX11" fmla="*/ 116 w 783551"/>
              <a:gd name="connsiteY11" fmla="*/ 400178 h 800100"/>
              <a:gd name="connsiteX12" fmla="*/ 394644 w 783551"/>
              <a:gd name="connsiteY12" fmla="*/ 128 h 800100"/>
              <a:gd name="connsiteX13" fmla="*/ 569363 w 783551"/>
              <a:gd name="connsiteY13" fmla="*/ 40133 h 800100"/>
              <a:gd name="connsiteX14" fmla="*/ 744082 w 783551"/>
              <a:gd name="connsiteY14" fmla="*/ 217298 h 800100"/>
              <a:gd name="connsiteX15" fmla="*/ 783535 w 783551"/>
              <a:gd name="connsiteY15" fmla="*/ 394463 h 800100"/>
              <a:gd name="connsiteX16" fmla="*/ 394644 w 783551"/>
              <a:gd name="connsiteY16" fmla="*/ 800229 h 800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11" h="479">
                <a:moveTo>
                  <a:pt x="207" y="150"/>
                </a:moveTo>
                <a:cubicBezTo>
                  <a:pt x="189" y="150"/>
                  <a:pt x="177" y="162"/>
                  <a:pt x="177" y="180"/>
                </a:cubicBezTo>
                <a:lnTo>
                  <a:pt x="177" y="270"/>
                </a:lnTo>
                <a:cubicBezTo>
                  <a:pt x="177" y="288"/>
                  <a:pt x="189" y="299"/>
                  <a:pt x="207" y="299"/>
                </a:cubicBezTo>
                <a:lnTo>
                  <a:pt x="296" y="299"/>
                </a:lnTo>
                <a:cubicBezTo>
                  <a:pt x="313" y="299"/>
                  <a:pt x="325" y="288"/>
                  <a:pt x="325" y="270"/>
                </a:cubicBezTo>
                <a:cubicBezTo>
                  <a:pt x="325" y="252"/>
                  <a:pt x="313" y="240"/>
                  <a:pt x="296" y="240"/>
                </a:cubicBezTo>
                <a:lnTo>
                  <a:pt x="237" y="240"/>
                </a:lnTo>
                <a:lnTo>
                  <a:pt x="237" y="180"/>
                </a:lnTo>
                <a:cubicBezTo>
                  <a:pt x="237" y="162"/>
                  <a:pt x="225" y="150"/>
                  <a:pt x="207" y="150"/>
                </a:cubicBezTo>
                <a:close/>
                <a:moveTo>
                  <a:pt x="177" y="0"/>
                </a:moveTo>
                <a:lnTo>
                  <a:pt x="237" y="0"/>
                </a:lnTo>
                <a:cubicBezTo>
                  <a:pt x="254" y="0"/>
                  <a:pt x="266" y="12"/>
                  <a:pt x="266" y="30"/>
                </a:cubicBezTo>
                <a:lnTo>
                  <a:pt x="266" y="68"/>
                </a:lnTo>
                <a:lnTo>
                  <a:pt x="266" y="68"/>
                </a:lnTo>
                <a:cubicBezTo>
                  <a:pt x="278" y="71"/>
                  <a:pt x="289" y="75"/>
                  <a:pt x="299" y="81"/>
                </a:cubicBezTo>
                <a:cubicBezTo>
                  <a:pt x="308" y="86"/>
                  <a:pt x="318" y="92"/>
                  <a:pt x="327" y="99"/>
                </a:cubicBezTo>
                <a:lnTo>
                  <a:pt x="331" y="102"/>
                </a:lnTo>
                <a:lnTo>
                  <a:pt x="343" y="90"/>
                </a:lnTo>
                <a:cubicBezTo>
                  <a:pt x="355" y="78"/>
                  <a:pt x="372" y="78"/>
                  <a:pt x="384" y="90"/>
                </a:cubicBezTo>
                <a:cubicBezTo>
                  <a:pt x="396" y="102"/>
                  <a:pt x="396" y="120"/>
                  <a:pt x="384" y="132"/>
                </a:cubicBezTo>
                <a:lnTo>
                  <a:pt x="372" y="144"/>
                </a:lnTo>
                <a:lnTo>
                  <a:pt x="374" y="146"/>
                </a:lnTo>
                <a:cubicBezTo>
                  <a:pt x="380" y="155"/>
                  <a:pt x="386" y="164"/>
                  <a:pt x="390" y="174"/>
                </a:cubicBezTo>
                <a:cubicBezTo>
                  <a:pt x="405" y="204"/>
                  <a:pt x="411" y="234"/>
                  <a:pt x="411" y="267"/>
                </a:cubicBezTo>
                <a:cubicBezTo>
                  <a:pt x="414" y="386"/>
                  <a:pt x="322" y="479"/>
                  <a:pt x="207" y="479"/>
                </a:cubicBezTo>
                <a:cubicBezTo>
                  <a:pt x="92" y="479"/>
                  <a:pt x="0" y="386"/>
                  <a:pt x="0" y="270"/>
                </a:cubicBezTo>
                <a:cubicBezTo>
                  <a:pt x="0" y="222"/>
                  <a:pt x="15" y="179"/>
                  <a:pt x="41" y="144"/>
                </a:cubicBezTo>
                <a:lnTo>
                  <a:pt x="41" y="143"/>
                </a:lnTo>
                <a:lnTo>
                  <a:pt x="30" y="132"/>
                </a:lnTo>
                <a:cubicBezTo>
                  <a:pt x="18" y="120"/>
                  <a:pt x="18" y="102"/>
                  <a:pt x="30" y="90"/>
                </a:cubicBezTo>
                <a:cubicBezTo>
                  <a:pt x="42" y="78"/>
                  <a:pt x="59" y="78"/>
                  <a:pt x="71" y="90"/>
                </a:cubicBezTo>
                <a:lnTo>
                  <a:pt x="83" y="102"/>
                </a:lnTo>
                <a:lnTo>
                  <a:pt x="83" y="101"/>
                </a:lnTo>
                <a:cubicBezTo>
                  <a:pt x="101" y="87"/>
                  <a:pt x="122" y="76"/>
                  <a:pt x="145" y="69"/>
                </a:cubicBezTo>
                <a:lnTo>
                  <a:pt x="148" y="69"/>
                </a:lnTo>
                <a:lnTo>
                  <a:pt x="148" y="30"/>
                </a:lnTo>
                <a:cubicBezTo>
                  <a:pt x="148" y="12"/>
                  <a:pt x="160" y="0"/>
                  <a:pt x="177" y="0"/>
                </a:cubicBezTo>
                <a:close/>
              </a:path>
            </a:pathLst>
          </a:custGeom>
          <a:solidFill>
            <a:srgbClr val="FFFFFF"/>
          </a:solidFill>
          <a:ln w="32658" cap="flat">
            <a:noFill/>
            <a:prstDash val="solid"/>
            <a:miter/>
          </a:ln>
        </p:spPr>
        <p:txBody>
          <a:bodyPr wrap="square" rtlCol="0" anchor="ctr">
            <a:normAutofit fontScale="70000"/>
          </a:bodyPr>
          <a:lstStyle/>
          <a:p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48" name="矩形 21"/>
          <p:cNvSpPr/>
          <p:nvPr>
            <p:custDataLst>
              <p:tags r:id="rId27"/>
            </p:custDataLst>
          </p:nvPr>
        </p:nvSpPr>
        <p:spPr>
          <a:xfrm>
            <a:off x="2518296" y="2119143"/>
            <a:ext cx="1927066" cy="87530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algn="l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Ensured user privacy through local storage</a:t>
            </a:r>
            <a:endParaRPr lang="en-US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49" name="矩形 25"/>
          <p:cNvSpPr/>
          <p:nvPr>
            <p:custDataLst>
              <p:tags r:id="rId28"/>
            </p:custDataLst>
          </p:nvPr>
        </p:nvSpPr>
        <p:spPr>
          <a:xfrm>
            <a:off x="7736482" y="2110891"/>
            <a:ext cx="1935318" cy="8867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lang="en-US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Improved emotional self-reflection and resilience</a:t>
            </a:r>
            <a:endParaRPr lang="en-US">
              <a:solidFill>
                <a:schemeClr val="tx1">
                  <a:lumMod val="85000"/>
                  <a:lumOff val="15000"/>
                </a:schemeClr>
              </a:solidFill>
              <a:latin typeface="+mn-lt"/>
            </a:endParaRPr>
          </a:p>
        </p:txBody>
      </p:sp>
      <p:sp>
        <p:nvSpPr>
          <p:cNvPr id="50" name="任意多边形: 形状 3"/>
          <p:cNvSpPr/>
          <p:nvPr>
            <p:custDataLst>
              <p:tags r:id="rId29"/>
            </p:custDataLst>
          </p:nvPr>
        </p:nvSpPr>
        <p:spPr>
          <a:xfrm>
            <a:off x="3074327" y="4859309"/>
            <a:ext cx="246752" cy="288170"/>
          </a:xfrm>
          <a:custGeom>
            <a:avLst/>
            <a:gdLst>
              <a:gd name="connsiteX0" fmla="*/ 136794 w 246854"/>
              <a:gd name="connsiteY0" fmla="*/ 114 h 288289"/>
              <a:gd name="connsiteX1" fmla="*/ 28014 w 246854"/>
              <a:gd name="connsiteY1" fmla="*/ 92801 h 288289"/>
              <a:gd name="connsiteX2" fmla="*/ 1642 w 246854"/>
              <a:gd name="connsiteY2" fmla="*/ 139327 h 288289"/>
              <a:gd name="connsiteX3" fmla="*/ 11730 w 246854"/>
              <a:gd name="connsiteY3" fmla="*/ 156641 h 288289"/>
              <a:gd name="connsiteX4" fmla="*/ 29523 w 246854"/>
              <a:gd name="connsiteY4" fmla="*/ 156641 h 288289"/>
              <a:gd name="connsiteX5" fmla="*/ 29523 w 246854"/>
              <a:gd name="connsiteY5" fmla="*/ 214468 h 288289"/>
              <a:gd name="connsiteX6" fmla="*/ 60676 w 246854"/>
              <a:gd name="connsiteY6" fmla="*/ 239023 h 288289"/>
              <a:gd name="connsiteX7" fmla="*/ 80630 w 246854"/>
              <a:gd name="connsiteY7" fmla="*/ 236266 h 288289"/>
              <a:gd name="connsiteX8" fmla="*/ 80630 w 246854"/>
              <a:gd name="connsiteY8" fmla="*/ 269777 h 288289"/>
              <a:gd name="connsiteX9" fmla="*/ 99259 w 246854"/>
              <a:gd name="connsiteY9" fmla="*/ 288404 h 288289"/>
              <a:gd name="connsiteX10" fmla="*/ 159805 w 246854"/>
              <a:gd name="connsiteY10" fmla="*/ 288404 h 288289"/>
              <a:gd name="connsiteX11" fmla="*/ 178437 w 246854"/>
              <a:gd name="connsiteY11" fmla="*/ 269777 h 288289"/>
              <a:gd name="connsiteX12" fmla="*/ 178437 w 246854"/>
              <a:gd name="connsiteY12" fmla="*/ 212242 h 288289"/>
              <a:gd name="connsiteX13" fmla="*/ 246971 w 246854"/>
              <a:gd name="connsiteY13" fmla="*/ 110262 h 288289"/>
              <a:gd name="connsiteX14" fmla="*/ 136794 w 246854"/>
              <a:gd name="connsiteY14" fmla="*/ 114 h 288289"/>
              <a:gd name="connsiteX15" fmla="*/ 176801 w 246854"/>
              <a:gd name="connsiteY15" fmla="*/ 99361 h 288289"/>
              <a:gd name="connsiteX16" fmla="*/ 116738 w 246854"/>
              <a:gd name="connsiteY16" fmla="*/ 162494 h 288289"/>
              <a:gd name="connsiteX17" fmla="*/ 108755 w 246854"/>
              <a:gd name="connsiteY17" fmla="*/ 158609 h 288289"/>
              <a:gd name="connsiteX18" fmla="*/ 115081 w 246854"/>
              <a:gd name="connsiteY18" fmla="*/ 115383 h 288289"/>
              <a:gd name="connsiteX19" fmla="*/ 87619 w 246854"/>
              <a:gd name="connsiteY19" fmla="*/ 115383 h 288289"/>
              <a:gd name="connsiteX20" fmla="*/ 84243 w 246854"/>
              <a:gd name="connsiteY20" fmla="*/ 107519 h 288289"/>
              <a:gd name="connsiteX21" fmla="*/ 144311 w 246854"/>
              <a:gd name="connsiteY21" fmla="*/ 44387 h 288289"/>
              <a:gd name="connsiteX22" fmla="*/ 152294 w 246854"/>
              <a:gd name="connsiteY22" fmla="*/ 48272 h 288289"/>
              <a:gd name="connsiteX23" fmla="*/ 145968 w 246854"/>
              <a:gd name="connsiteY23" fmla="*/ 91498 h 288289"/>
              <a:gd name="connsiteX24" fmla="*/ 173429 w 246854"/>
              <a:gd name="connsiteY24" fmla="*/ 91498 h 288289"/>
              <a:gd name="connsiteX25" fmla="*/ 176801 w 246854"/>
              <a:gd name="connsiteY25" fmla="*/ 99361 h 288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246854" h="288289">
                <a:moveTo>
                  <a:pt x="136794" y="114"/>
                </a:moveTo>
                <a:cubicBezTo>
                  <a:pt x="81891" y="114"/>
                  <a:pt x="36383" y="40266"/>
                  <a:pt x="28014" y="92801"/>
                </a:cubicBezTo>
                <a:lnTo>
                  <a:pt x="1642" y="139327"/>
                </a:lnTo>
                <a:cubicBezTo>
                  <a:pt x="-2742" y="147057"/>
                  <a:pt x="2843" y="156641"/>
                  <a:pt x="11730" y="156641"/>
                </a:cubicBezTo>
                <a:lnTo>
                  <a:pt x="29523" y="156641"/>
                </a:lnTo>
                <a:lnTo>
                  <a:pt x="29523" y="214468"/>
                </a:lnTo>
                <a:cubicBezTo>
                  <a:pt x="29523" y="230799"/>
                  <a:pt x="44793" y="242835"/>
                  <a:pt x="60676" y="239023"/>
                </a:cubicBezTo>
                <a:lnTo>
                  <a:pt x="80630" y="236266"/>
                </a:lnTo>
                <a:lnTo>
                  <a:pt x="80630" y="269777"/>
                </a:lnTo>
                <a:cubicBezTo>
                  <a:pt x="80630" y="280065"/>
                  <a:pt x="88971" y="288404"/>
                  <a:pt x="99259" y="288404"/>
                </a:cubicBezTo>
                <a:lnTo>
                  <a:pt x="159805" y="288404"/>
                </a:lnTo>
                <a:cubicBezTo>
                  <a:pt x="170095" y="288404"/>
                  <a:pt x="178437" y="280065"/>
                  <a:pt x="178437" y="269777"/>
                </a:cubicBezTo>
                <a:lnTo>
                  <a:pt x="178437" y="212242"/>
                </a:lnTo>
                <a:cubicBezTo>
                  <a:pt x="218636" y="195820"/>
                  <a:pt x="246971" y="156355"/>
                  <a:pt x="246971" y="110262"/>
                </a:cubicBezTo>
                <a:cubicBezTo>
                  <a:pt x="246967" y="49425"/>
                  <a:pt x="197639" y="114"/>
                  <a:pt x="136794" y="114"/>
                </a:cubicBezTo>
                <a:moveTo>
                  <a:pt x="176801" y="99361"/>
                </a:moveTo>
                <a:lnTo>
                  <a:pt x="116738" y="162494"/>
                </a:lnTo>
                <a:cubicBezTo>
                  <a:pt x="113608" y="165785"/>
                  <a:pt x="108099" y="163103"/>
                  <a:pt x="108755" y="158609"/>
                </a:cubicBezTo>
                <a:lnTo>
                  <a:pt x="115081" y="115383"/>
                </a:lnTo>
                <a:lnTo>
                  <a:pt x="87619" y="115383"/>
                </a:lnTo>
                <a:cubicBezTo>
                  <a:pt x="83526" y="115383"/>
                  <a:pt x="81425" y="110485"/>
                  <a:pt x="84243" y="107519"/>
                </a:cubicBezTo>
                <a:lnTo>
                  <a:pt x="144311" y="44387"/>
                </a:lnTo>
                <a:cubicBezTo>
                  <a:pt x="147441" y="41095"/>
                  <a:pt x="152950" y="43777"/>
                  <a:pt x="152294" y="48272"/>
                </a:cubicBezTo>
                <a:lnTo>
                  <a:pt x="145968" y="91498"/>
                </a:lnTo>
                <a:lnTo>
                  <a:pt x="173429" y="91498"/>
                </a:lnTo>
                <a:cubicBezTo>
                  <a:pt x="177518" y="91498"/>
                  <a:pt x="179624" y="96395"/>
                  <a:pt x="176801" y="99361"/>
                </a:cubicBezTo>
              </a:path>
            </a:pathLst>
          </a:custGeom>
          <a:solidFill>
            <a:srgbClr val="FFFFFF"/>
          </a:solidFill>
          <a:ln w="10213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solidFill>
                <a:srgbClr val="FFFFFF"/>
              </a:solidFill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51" name="任意多边形: 形状 34"/>
          <p:cNvSpPr/>
          <p:nvPr>
            <p:custDataLst>
              <p:tags r:id="rId30"/>
            </p:custDataLst>
          </p:nvPr>
        </p:nvSpPr>
        <p:spPr>
          <a:xfrm>
            <a:off x="3985811" y="3398141"/>
            <a:ext cx="4217203" cy="2531338"/>
          </a:xfrm>
          <a:custGeom>
            <a:avLst/>
            <a:gdLst>
              <a:gd name="connsiteX0" fmla="*/ 2108242 w 4218940"/>
              <a:gd name="connsiteY0" fmla="*/ 471170 h 2532380"/>
              <a:gd name="connsiteX1" fmla="*/ 399590 w 4218940"/>
              <a:gd name="connsiteY1" fmla="*/ 2180269 h 2532380"/>
              <a:gd name="connsiteX2" fmla="*/ 430181 w 4218940"/>
              <a:gd name="connsiteY2" fmla="*/ 2503583 h 2532380"/>
              <a:gd name="connsiteX3" fmla="*/ 434235 w 4218940"/>
              <a:gd name="connsiteY3" fmla="*/ 2523490 h 2532380"/>
              <a:gd name="connsiteX4" fmla="*/ 3781880 w 4218940"/>
              <a:gd name="connsiteY4" fmla="*/ 2523490 h 2532380"/>
              <a:gd name="connsiteX5" fmla="*/ 3785935 w 4218940"/>
              <a:gd name="connsiteY5" fmla="*/ 2503583 h 2532380"/>
              <a:gd name="connsiteX6" fmla="*/ 3816525 w 4218940"/>
              <a:gd name="connsiteY6" fmla="*/ 2180269 h 2532380"/>
              <a:gd name="connsiteX7" fmla="*/ 2108242 w 4218940"/>
              <a:gd name="connsiteY7" fmla="*/ 471170 h 2532380"/>
              <a:gd name="connsiteX8" fmla="*/ 2109698 w 4218940"/>
              <a:gd name="connsiteY8" fmla="*/ 0 h 2532380"/>
              <a:gd name="connsiteX9" fmla="*/ 4218940 w 4218940"/>
              <a:gd name="connsiteY9" fmla="*/ 2108876 h 2532380"/>
              <a:gd name="connsiteX10" fmla="*/ 4181169 w 4218940"/>
              <a:gd name="connsiteY10" fmla="*/ 2507816 h 2532380"/>
              <a:gd name="connsiteX11" fmla="*/ 4176164 w 4218940"/>
              <a:gd name="connsiteY11" fmla="*/ 2532380 h 2532380"/>
              <a:gd name="connsiteX12" fmla="*/ 42777 w 4218940"/>
              <a:gd name="connsiteY12" fmla="*/ 2532380 h 2532380"/>
              <a:gd name="connsiteX13" fmla="*/ 37771 w 4218940"/>
              <a:gd name="connsiteY13" fmla="*/ 2507816 h 2532380"/>
              <a:gd name="connsiteX14" fmla="*/ 0 w 4218940"/>
              <a:gd name="connsiteY14" fmla="*/ 2108876 h 2532380"/>
              <a:gd name="connsiteX15" fmla="*/ 2109698 w 4218940"/>
              <a:gd name="connsiteY15" fmla="*/ 0 h 25323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218940" h="2532380">
                <a:moveTo>
                  <a:pt x="2108242" y="471170"/>
                </a:moveTo>
                <a:cubicBezTo>
                  <a:pt x="1164356" y="471170"/>
                  <a:pt x="399590" y="1236136"/>
                  <a:pt x="399590" y="2180269"/>
                </a:cubicBezTo>
                <a:cubicBezTo>
                  <a:pt x="399590" y="2290867"/>
                  <a:pt x="410279" y="2398884"/>
                  <a:pt x="430181" y="2503583"/>
                </a:cubicBezTo>
                <a:lnTo>
                  <a:pt x="434235" y="2523490"/>
                </a:lnTo>
                <a:lnTo>
                  <a:pt x="3781880" y="2523490"/>
                </a:lnTo>
                <a:lnTo>
                  <a:pt x="3785935" y="2503583"/>
                </a:lnTo>
                <a:cubicBezTo>
                  <a:pt x="3805837" y="2398884"/>
                  <a:pt x="3816525" y="2290867"/>
                  <a:pt x="3816525" y="2180269"/>
                </a:cubicBezTo>
                <a:cubicBezTo>
                  <a:pt x="3816525" y="1236136"/>
                  <a:pt x="3051760" y="471170"/>
                  <a:pt x="2108242" y="471170"/>
                </a:cubicBezTo>
                <a:close/>
                <a:moveTo>
                  <a:pt x="2109698" y="0"/>
                </a:moveTo>
                <a:cubicBezTo>
                  <a:pt x="3274673" y="0"/>
                  <a:pt x="4218940" y="943900"/>
                  <a:pt x="4218940" y="2108876"/>
                </a:cubicBezTo>
                <a:cubicBezTo>
                  <a:pt x="4218940" y="2245344"/>
                  <a:pt x="4205743" y="2378627"/>
                  <a:pt x="4181169" y="2507816"/>
                </a:cubicBezTo>
                <a:lnTo>
                  <a:pt x="4176164" y="2532380"/>
                </a:lnTo>
                <a:lnTo>
                  <a:pt x="42777" y="2532380"/>
                </a:lnTo>
                <a:lnTo>
                  <a:pt x="37771" y="2507816"/>
                </a:lnTo>
                <a:cubicBezTo>
                  <a:pt x="13197" y="2378627"/>
                  <a:pt x="0" y="2245344"/>
                  <a:pt x="0" y="2108876"/>
                </a:cubicBezTo>
                <a:cubicBezTo>
                  <a:pt x="0" y="943900"/>
                  <a:pt x="944267" y="0"/>
                  <a:pt x="2109698" y="0"/>
                </a:cubicBezTo>
                <a:close/>
              </a:path>
            </a:pathLst>
          </a:custGeom>
          <a:solidFill>
            <a:schemeClr val="accent1">
              <a:lumMod val="20000"/>
              <a:lumOff val="80000"/>
              <a:alpha val="35000"/>
            </a:schemeClr>
          </a:solidFill>
          <a:ln w="3175">
            <a:gradFill>
              <a:gsLst>
                <a:gs pos="37000">
                  <a:schemeClr val="accent1">
                    <a:lumMod val="5000"/>
                    <a:lumOff val="95000"/>
                    <a:alpha val="100000"/>
                  </a:schemeClr>
                </a:gs>
                <a:gs pos="0">
                  <a:schemeClr val="accent1">
                    <a:lumMod val="51000"/>
                    <a:lumOff val="49000"/>
                    <a:alpha val="100000"/>
                  </a:schemeClr>
                </a:gs>
                <a:gs pos="100000">
                  <a:schemeClr val="bg1"/>
                </a:gs>
                <a:gs pos="71000">
                  <a:schemeClr val="accent1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  <p:sp>
        <p:nvSpPr>
          <p:cNvPr id="52" name="任意多边形 15"/>
          <p:cNvSpPr/>
          <p:nvPr>
            <p:custDataLst>
              <p:tags r:id="rId31"/>
            </p:custDataLst>
          </p:nvPr>
        </p:nvSpPr>
        <p:spPr>
          <a:xfrm>
            <a:off x="4388870" y="3872291"/>
            <a:ext cx="3415529" cy="205147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9271" h="5567">
                <a:moveTo>
                  <a:pt x="4636" y="0"/>
                </a:moveTo>
                <a:cubicBezTo>
                  <a:pt x="7196" y="0"/>
                  <a:pt x="9271" y="2075"/>
                  <a:pt x="9271" y="4636"/>
                </a:cubicBezTo>
                <a:cubicBezTo>
                  <a:pt x="9271" y="4936"/>
                  <a:pt x="9242" y="5229"/>
                  <a:pt x="9188" y="5513"/>
                </a:cubicBezTo>
                <a:lnTo>
                  <a:pt x="9177" y="5567"/>
                </a:lnTo>
                <a:lnTo>
                  <a:pt x="94" y="5567"/>
                </a:lnTo>
                <a:lnTo>
                  <a:pt x="83" y="5513"/>
                </a:lnTo>
                <a:cubicBezTo>
                  <a:pt x="29" y="5229"/>
                  <a:pt x="0" y="4936"/>
                  <a:pt x="0" y="4636"/>
                </a:cubicBezTo>
                <a:cubicBezTo>
                  <a:pt x="0" y="2075"/>
                  <a:pt x="2075" y="0"/>
                  <a:pt x="4636" y="0"/>
                </a:cubicBezTo>
                <a:close/>
              </a:path>
            </a:pathLst>
          </a:custGeom>
          <a:noFill/>
          <a:ln w="3175">
            <a:gradFill>
              <a:gsLst>
                <a:gs pos="37000">
                  <a:schemeClr val="accent1">
                    <a:lumMod val="5000"/>
                    <a:lumOff val="95000"/>
                    <a:alpha val="100000"/>
                  </a:schemeClr>
                </a:gs>
                <a:gs pos="0">
                  <a:schemeClr val="accent1">
                    <a:lumMod val="51000"/>
                    <a:lumOff val="49000"/>
                    <a:alpha val="100000"/>
                  </a:schemeClr>
                </a:gs>
                <a:gs pos="100000">
                  <a:schemeClr val="bg1"/>
                </a:gs>
                <a:gs pos="71000">
                  <a:schemeClr val="accent1">
                    <a:lumMod val="30000"/>
                    <a:lumOff val="70000"/>
                    <a:alpha val="100000"/>
                  </a:schemeClr>
                </a:gs>
              </a:gsLst>
              <a:lin ang="16200000" scaled="0"/>
            </a:gra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rmAutofit/>
          </a:bodyPr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</a:defRPr>
            </a:lvl9pPr>
          </a:lstStyle>
          <a:p>
            <a:pPr lvl="0" algn="ctr">
              <a:buClrTx/>
              <a:buSzTx/>
              <a:buFontTx/>
            </a:pPr>
            <a:endParaRPr lang="en-US">
              <a:solidFill>
                <a:schemeClr val="lt1"/>
              </a:solidFill>
              <a:latin typeface="Arial" panose="020B0604020202020204" pitchFamily="34" charset="0"/>
              <a:sym typeface="+mn-lt"/>
            </a:endParaRPr>
          </a:p>
        </p:txBody>
      </p:sp>
    </p:spTree>
    <p:custDataLst>
      <p:tags r:id="rId32"/>
    </p:custDataLst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en-US" spc="0" dirty="0">
                <a:latin typeface="+mj-lt"/>
              </a:rPr>
              <a:t>Limitations &amp; Future Scope</a:t>
            </a:r>
            <a:endParaRPr lang="en-US" spc="0" dirty="0">
              <a:latin typeface="+mj-lt"/>
            </a:endParaRPr>
          </a:p>
        </p:txBody>
      </p:sp>
      <p:sp>
        <p:nvSpPr>
          <p:cNvPr id="5" name="矩形 2"/>
          <p:cNvSpPr/>
          <p:nvPr>
            <p:custDataLst>
              <p:tags r:id="rId2"/>
            </p:custDataLst>
          </p:nvPr>
        </p:nvSpPr>
        <p:spPr>
          <a:xfrm>
            <a:off x="913810" y="1600435"/>
            <a:ext cx="4596707" cy="1179889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7200" b="1" dirty="0">
                <a:solidFill>
                  <a:schemeClr val="accent1">
                    <a:lumMod val="40000"/>
                    <a:lumOff val="60000"/>
                  </a:schemeClr>
                </a:solidFill>
              </a:rPr>
              <a:t>01</a:t>
            </a:r>
            <a:endParaRPr lang="en-US" sz="7200" b="1" dirty="0">
              <a:solidFill>
                <a:schemeClr val="accent1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20" name="直接连接符 19"/>
          <p:cNvCxnSpPr/>
          <p:nvPr>
            <p:custDataLst>
              <p:tags r:id="rId3"/>
            </p:custDataLst>
          </p:nvPr>
        </p:nvCxnSpPr>
        <p:spPr>
          <a:xfrm>
            <a:off x="913810" y="2928088"/>
            <a:ext cx="4487441" cy="0"/>
          </a:xfrm>
          <a:prstGeom prst="line">
            <a:avLst/>
          </a:prstGeom>
          <a:ln w="12700">
            <a:solidFill>
              <a:schemeClr val="accent1">
                <a:alpha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" name="矩形 4"/>
          <p:cNvSpPr/>
          <p:nvPr>
            <p:custDataLst>
              <p:tags r:id="rId4"/>
            </p:custDataLst>
          </p:nvPr>
        </p:nvSpPr>
        <p:spPr>
          <a:xfrm>
            <a:off x="913810" y="3142165"/>
            <a:ext cx="4598198" cy="45677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accent1"/>
                </a:solidFill>
                <a:latin typeface="+mj-lt"/>
              </a:rPr>
              <a:t>Limitations</a:t>
            </a:r>
            <a:endParaRPr lang="en-US" sz="2800" b="1" dirty="0">
              <a:solidFill>
                <a:schemeClr val="accent1"/>
              </a:solidFill>
              <a:latin typeface="+mj-lt"/>
            </a:endParaRPr>
          </a:p>
        </p:txBody>
      </p:sp>
      <p:sp>
        <p:nvSpPr>
          <p:cNvPr id="9" name="矩形 5"/>
          <p:cNvSpPr/>
          <p:nvPr>
            <p:custDataLst>
              <p:tags r:id="rId5"/>
            </p:custDataLst>
          </p:nvPr>
        </p:nvSpPr>
        <p:spPr>
          <a:xfrm>
            <a:off x="913810" y="3682754"/>
            <a:ext cx="4597748" cy="2205023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rmAutofit/>
          </a:bodyPr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Desktop-only application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English-focused sentiment analysis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Limited spiritual repository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  <p:sp>
        <p:nvSpPr>
          <p:cNvPr id="19" name="矩形 6"/>
          <p:cNvSpPr/>
          <p:nvPr>
            <p:custDataLst>
              <p:tags r:id="rId6"/>
            </p:custDataLst>
          </p:nvPr>
        </p:nvSpPr>
        <p:spPr>
          <a:xfrm>
            <a:off x="6679890" y="1600435"/>
            <a:ext cx="4596708" cy="1179889"/>
          </a:xfrm>
          <a:prstGeom prst="rect">
            <a:avLst/>
          </a:prstGeom>
          <a:noFill/>
        </p:spPr>
        <p:txBody>
          <a:bodyPr wrap="none" lIns="0" tIns="0" rIns="0" bIns="0" rtlCol="0" anchor="b" anchorCtr="0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7200" b="1" dirty="0">
                <a:solidFill>
                  <a:schemeClr val="accent2">
                    <a:lumMod val="40000"/>
                    <a:lumOff val="60000"/>
                  </a:schemeClr>
                </a:solidFill>
              </a:rPr>
              <a:t>02</a:t>
            </a:r>
            <a:endParaRPr lang="en-US" sz="7200" b="1" dirty="0"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cxnSp>
        <p:nvCxnSpPr>
          <p:cNvPr id="21" name="直接连接符 10"/>
          <p:cNvCxnSpPr/>
          <p:nvPr>
            <p:custDataLst>
              <p:tags r:id="rId7"/>
            </p:custDataLst>
          </p:nvPr>
        </p:nvCxnSpPr>
        <p:spPr>
          <a:xfrm>
            <a:off x="6679890" y="2928088"/>
            <a:ext cx="4487441" cy="0"/>
          </a:xfrm>
          <a:prstGeom prst="line">
            <a:avLst/>
          </a:prstGeom>
          <a:ln w="12700">
            <a:solidFill>
              <a:schemeClr val="accent2">
                <a:alpha val="60000"/>
              </a:schemeClr>
            </a:solidFill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2" name="矩形 8"/>
          <p:cNvSpPr/>
          <p:nvPr>
            <p:custDataLst>
              <p:tags r:id="rId8"/>
            </p:custDataLst>
          </p:nvPr>
        </p:nvSpPr>
        <p:spPr>
          <a:xfrm>
            <a:off x="6679890" y="3142165"/>
            <a:ext cx="4598198" cy="456779"/>
          </a:xfrm>
          <a:prstGeom prst="rect">
            <a:avLst/>
          </a:prstGeom>
          <a:noFill/>
        </p:spPr>
        <p:txBody>
          <a:bodyPr wrap="square" lIns="0" tIns="0" rIns="0" bIns="0" rtlCol="0" anchor="b">
            <a:normAutofit/>
          </a:bodyPr>
          <a:p>
            <a:pPr>
              <a:spcBef>
                <a:spcPct val="0"/>
              </a:spcBef>
              <a:spcAft>
                <a:spcPct val="0"/>
              </a:spcAft>
            </a:pPr>
            <a:r>
              <a:rPr lang="en-US" sz="2800" b="1" dirty="0">
                <a:solidFill>
                  <a:schemeClr val="accent2"/>
                </a:solidFill>
                <a:latin typeface="+mj-lt"/>
              </a:rPr>
              <a:t>Future Enhancements</a:t>
            </a:r>
            <a:endParaRPr lang="en-US" sz="2800" b="1" dirty="0">
              <a:solidFill>
                <a:schemeClr val="accent2"/>
              </a:solidFill>
              <a:latin typeface="+mj-lt"/>
            </a:endParaRPr>
          </a:p>
        </p:txBody>
      </p:sp>
      <p:sp>
        <p:nvSpPr>
          <p:cNvPr id="23" name="矩形 13"/>
          <p:cNvSpPr/>
          <p:nvPr>
            <p:custDataLst>
              <p:tags r:id="rId9"/>
            </p:custDataLst>
          </p:nvPr>
        </p:nvSpPr>
        <p:spPr>
          <a:xfrm>
            <a:off x="6679890" y="3682754"/>
            <a:ext cx="4597748" cy="2205023"/>
          </a:xfrm>
          <a:prstGeom prst="rect">
            <a:avLst/>
          </a:prstGeom>
          <a:ln>
            <a:noFill/>
            <a:prstDash val="sysDash"/>
          </a:ln>
        </p:spPr>
        <p:txBody>
          <a:bodyPr vert="horz" wrap="square" lIns="0" tIns="0" rIns="0" bIns="0" rtlCol="0">
            <a:normAutofit/>
          </a:bodyPr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Offline LLM integration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Mobile application support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Multi-language support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Wearable device integration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  <a:p>
            <a:pPr marL="285750" indent="-28575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dirty="0">
                <a:ln>
                  <a:noFill/>
                  <a:prstDash val="sysDot"/>
                </a:ln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</a:rPr>
              <a:t>Advanced predictive analytics</a:t>
            </a:r>
            <a:endParaRPr lang="en-US" dirty="0">
              <a:ln>
                <a:noFill/>
                <a:prstDash val="sysDot"/>
              </a:ln>
              <a:solidFill>
                <a:schemeClr val="tx1">
                  <a:lumMod val="75000"/>
                  <a:lumOff val="25000"/>
                </a:schemeClr>
              </a:solidFill>
              <a:latin typeface="+mn-lt"/>
            </a:endParaRPr>
          </a:p>
        </p:txBody>
      </p:sp>
    </p:spTree>
    <p:custDataLst>
      <p:tags r:id="rId10"/>
    </p:custDataLst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algn="ctr"/>
            <a:r>
              <a:rPr lang="en-US" altLang="en-US"/>
              <a:t>References</a:t>
            </a:r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>
              <a:lnSpc>
                <a:spcPct val="150000"/>
              </a:lnSpc>
            </a:pPr>
            <a:r>
              <a:rPr lang="en-US" altLang="en-US" sz="1800"/>
              <a:t>[1] E. S. Rao and A. C. Paranjpe, “The Bhagavad Gita: A framework for psychological resilience and cognitive restructuring,” *Indian Journal of Psychological Medicine*, vol. 38, no. 4, pp. 312–319, 2016.</a:t>
            </a:r>
            <a:endParaRPr lang="en-US" altLang="en-US" sz="1800"/>
          </a:p>
          <a:p>
            <a:pPr>
              <a:lnSpc>
                <a:spcPct val="150000"/>
              </a:lnSpc>
            </a:pPr>
            <a:r>
              <a:rPr lang="en-US" altLang="en-US" sz="1800"/>
              <a:t>[2] National Center for Biotechnology Information (NCBI), “Stress reduction potential of Bhagavad Gita and Yoga,” *PMC Research Paper*, 2026.</a:t>
            </a:r>
            <a:endParaRPr lang="en-US" altLang="en-US" sz="1800"/>
          </a:p>
          <a:p>
            <a:pPr>
              <a:lnSpc>
                <a:spcPct val="150000"/>
              </a:lnSpc>
            </a:pPr>
            <a:r>
              <a:rPr lang="en-US" altLang="en-US" sz="1800"/>
              <a:t>[3] “Sentiment Analysis for Mental Health: Challenges and Opportunities.” ResearchGate.</a:t>
            </a:r>
            <a:endParaRPr lang="en-US" altLang="en-US" sz="1800"/>
          </a:p>
          <a:p>
            <a:pPr>
              <a:lnSpc>
                <a:spcPct val="150000"/>
              </a:lnSpc>
            </a:pPr>
            <a:r>
              <a:rPr lang="en-US" altLang="en-US" sz="1800"/>
              <a:t>[4] Jhalak19y, “MindLens AI Mental Health Analyzer.” GitHub Repository.</a:t>
            </a:r>
            <a:endParaRPr lang="en-US" altLang="en-US" sz="1800"/>
          </a:p>
          <a:p>
            <a:pPr>
              <a:lnSpc>
                <a:spcPct val="150000"/>
              </a:lnSpc>
            </a:pPr>
            <a:r>
              <a:rPr lang="en-US" altLang="en-US" sz="1800"/>
              <a:t>[5] “Mental Health Analysis using NLP Techniques.” Research Archive Journal.</a:t>
            </a:r>
            <a:endParaRPr lang="en-US" altLang="en-US" sz="1800"/>
          </a:p>
          <a:p>
            <a:pPr>
              <a:lnSpc>
                <a:spcPct val="150000"/>
              </a:lnSpc>
            </a:pPr>
            <a:r>
              <a:rPr lang="en-US" altLang="en-US" sz="1800"/>
              <a:t>[6] “Global Mental Health.” Wikipedia.</a:t>
            </a:r>
            <a:endParaRPr lang="en-US" altLang="en-US" sz="1800"/>
          </a:p>
          <a:p>
            <a:pPr>
              <a:lnSpc>
                <a:spcPct val="150000"/>
              </a:lnSpc>
            </a:pPr>
            <a:r>
              <a:rPr lang="en-US" altLang="en-US" sz="1800"/>
              <a:t>[7] Bhatia, S. C., &amp; Bhatia, S. K., *The Bhagavad Gita: A Precursor to Modern Psychotherapy*, 2005.</a:t>
            </a:r>
            <a:endParaRPr lang="en-US" altLang="en-US" sz="1800"/>
          </a:p>
          <a:p>
            <a:pPr>
              <a:lnSpc>
                <a:spcPct val="150000"/>
              </a:lnSpc>
            </a:pPr>
            <a:r>
              <a:rPr lang="en-US" altLang="en-US" sz="1800"/>
              <a:t>[8] *Mental Health in Ancient India &amp; Its Relevance to Modern Psychiatry*, IJPsy-41-5.pdf.</a:t>
            </a:r>
            <a:endParaRPr lang="en-US" altLang="en-US" sz="1800"/>
          </a:p>
          <a:p>
            <a:pPr>
              <a:lnSpc>
                <a:spcPct val="150000"/>
              </a:lnSpc>
            </a:pPr>
            <a:r>
              <a:rPr lang="en-US" altLang="en-US" sz="1800"/>
              <a:t>[9] Wysa, “AI-Driven Mental Health Support,” 2026.</a:t>
            </a:r>
            <a:endParaRPr lang="en-US" altLang="en-US" sz="1800"/>
          </a:p>
          <a:p>
            <a:endParaRPr lang="en-US" altLang="en-US" sz="1800"/>
          </a:p>
          <a:p>
            <a:pPr marL="0" indent="0">
              <a:buNone/>
            </a:pPr>
            <a:endParaRPr lang="en-US" altLang="en-US" sz="1800"/>
          </a:p>
        </p:txBody>
      </p:sp>
    </p:spTree>
  </p:cSld>
  <p:clrMapOvr>
    <a:masterClrMapping/>
  </p:clrMapOvr>
  <p:transition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0" indent="0" algn="ctr">
              <a:buNone/>
            </a:pPr>
            <a:endParaRPr lang="en-US"/>
          </a:p>
          <a:p>
            <a:pPr marL="0" indent="0" algn="ctr">
              <a:buNone/>
            </a:pPr>
            <a:endParaRPr lang="en-US"/>
          </a:p>
          <a:p>
            <a:pPr marL="0" indent="0" algn="ctr">
              <a:buNone/>
            </a:pPr>
            <a:r>
              <a:rPr lang="en-US" sz="2800" b="1"/>
              <a:t>THANK YOU </a:t>
            </a:r>
            <a:endParaRPr lang="en-US" sz="2800" b="1"/>
          </a:p>
          <a:p>
            <a:pPr marL="0" indent="0" algn="ctr">
              <a:buNone/>
            </a:pPr>
            <a:r>
              <a:rPr lang="en-US" sz="2800" b="1"/>
              <a:t>Open for discussion </a:t>
            </a:r>
            <a:endParaRPr lang="en-US" sz="2800" b="1"/>
          </a:p>
        </p:txBody>
      </p:sp>
    </p:spTree>
  </p:cSld>
  <p:clrMapOvr>
    <a:masterClrMapping/>
  </p:clrMapOvr>
  <p:transition>
    <p:fade/>
  </p:transition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8322_1*a*1"/>
  <p:tag name="KSO_WM_TEMPLATE_CATEGORY" val="diagram"/>
  <p:tag name="KSO_WM_TEMPLATE_INDEX" val="20238322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NOCLEAR" val="0"/>
  <p:tag name="KSO_WM_DIAGRAM_GROUP_CODE" val="n1-1"/>
  <p:tag name="KSO_WM_UNIT_TYPE" val="a"/>
  <p:tag name="KSO_WM_UNIT_INDEX" val="1"/>
  <p:tag name="KSO_WM_UNIT_VALUE" val="29"/>
  <p:tag name="KSO_WM_UNIT_PRESET_TEXT" val="Your title here"/>
  <p:tag name="KSO_WM_UNIT_TEXT_FILL_FORE_SCHEMECOLOR_INDEX" val="14"/>
  <p:tag name="KSO_WM_UNIT_TEXT_FILL_TYPE" val="1"/>
  <p:tag name="KSO_WM_UNIT_USESOURCEFORMAT_APPLY" val="1"/>
</p:tagLst>
</file>

<file path=ppt/tags/tag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2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2_1"/>
  <p:tag name="KSO_WM_UNIT_ID" val="diagram20238322_1*n_h_h_f*1_2_2_1"/>
  <p:tag name="KSO_WM_TEMPLATE_CATEGORY" val="diagram"/>
  <p:tag name="KSO_WM_TEMPLATE_INDEX" val="20238322"/>
  <p:tag name="KSO_WM_UNIT_LAYERLEVEL" val="1_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09.05,&quot;left&quot;:56,&quot;top&quot;:96.7,&quot;width&quot;:863}"/>
  <p:tag name="KSO_WM_DIAGRAM_COLOR_MATCH_VALUE" val="{&quot;shape&quot;:{&quot;fill&quot;:{&quot;gradient&quot;:[{&quot;brightness&quot;:0.4000000059604645,&quot;colorType&quot;:1,&quot;foreColorIndex&quot;:5,&quot;pos&quot;:0.699999988079071,&quot;transparency&quot;:1},{&quot;brightness&quot;:0.4000000059604645,&quot;colorType&quot;:1,&quot;foreColorIndex&quot;:5,&quot;pos&quot;:0,&quot;transparency&quot;:0.69999998807907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22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h_f"/>
  <p:tag name="KSO_WM_UNIT_INDEX" val="1_2_1_1"/>
  <p:tag name="KSO_WM_UNIT_ID" val="diagram20238322_1*n_h_h_f*1_2_1_1"/>
  <p:tag name="KSO_WM_TEMPLATE_CATEGORY" val="diagram"/>
  <p:tag name="KSO_WM_TEMPLATE_INDEX" val="20238322"/>
  <p:tag name="KSO_WM_UNIT_LAYERLEVEL" val="1_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09.05,&quot;left&quot;:56,&quot;top&quot;:96.7,&quot;width&quot;:863}"/>
  <p:tag name="KSO_WM_DIAGRAM_COLOR_MATCH_VALUE" val="{&quot;shape&quot;:{&quot;fill&quot;:{&quot;gradient&quot;:[{&quot;brightness&quot;:0.4000000059604645,&quot;colorType&quot;:1,&quot;foreColorIndex&quot;:5,&quot;pos&quot;:0.30000001192092896,&quot;transparency&quot;:1},{&quot;brightness&quot;:0.4000000059604645,&quot;colorType&quot;:1,&quot;foreColorIndex&quot;:5,&quot;pos&quot;:1,&quot;transparency&quot;:0.69999998807907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, lectures, speeches, reports, and more."/>
  <p:tag name="KSO_WM_UNIT_FILL_TYPE" val="3"/>
  <p:tag name="KSO_WM_UNIT_TEXT_FILL_FORE_SCHEMECOLOR_INDEX" val="1"/>
  <p:tag name="KSO_WM_UNIT_TEXT_FILL_TYPE" val="1"/>
  <p:tag name="KSO_WM_UNIT_USESOURCEFORMAT_APPLY" val="1"/>
</p:tagLst>
</file>

<file path=ppt/tags/tag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50"/>
  <p:tag name="KSO_WM_UNIT_HIGHLIGHT" val="0"/>
  <p:tag name="KSO_WM_UNIT_COMPATIBLE" val="0"/>
  <p:tag name="KSO_WM_UNIT_DIAGRAM_ISNUMVISUAL" val="0"/>
  <p:tag name="KSO_WM_UNIT_DIAGRAM_ISREFERUNIT" val="0"/>
  <p:tag name="KSO_WM_DIAGRAM_GROUP_CODE" val="n1-1"/>
  <p:tag name="KSO_WM_UNIT_TYPE" val="n_h_a"/>
  <p:tag name="KSO_WM_UNIT_INDEX" val="1_1_1"/>
  <p:tag name="KSO_WM_UNIT_ID" val="diagram20238322_1*n_h_a*1_1_1"/>
  <p:tag name="KSO_WM_TEMPLATE_CATEGORY" val="diagram"/>
  <p:tag name="KSO_WM_TEMPLATE_INDEX" val="20238322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409.05,&quot;left&quot;:56,&quot;top&quot;:96.7,&quot;width&quot;:863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5.xml><?xml version="1.0" encoding="utf-8"?>
<p:tagLst xmlns:p="http://schemas.openxmlformats.org/presentationml/2006/main">
  <p:tag name="KSO_WM_SLIDE_ID" val="diagram20238322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TAG_VERSION" val="3.0"/>
  <p:tag name="KSO_WM_BEAUTIFY_FLAG" val="#wm#"/>
  <p:tag name="KSO_WM_TEMPLATE_CATEGORY" val="diagram"/>
  <p:tag name="KSO_WM_TEMPLATE_INDEX" val="20238322"/>
  <p:tag name="KSO_WM_SLIDE_TYPE" val="text"/>
  <p:tag name="KSO_WM_SLIDE_SUBTYPE" val="diag"/>
  <p:tag name="KSO_WM_SLIDE_SIZE" val="834.92*277.116"/>
  <p:tag name="KSO_WM_SLIDE_POSITION" val="64.8498*168.411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a"/>
  <p:tag name="KSO_WM_UNIT_INDEX" val="1"/>
  <p:tag name="KSO_WM_UNIT_ID" val="diagram20238432_1*a*1"/>
  <p:tag name="KSO_WM_TEMPLATE_CATEGORY" val="diagram"/>
  <p:tag name="KSO_WM_TEMPLATE_INDEX" val="20238432"/>
  <p:tag name="KSO_WM_UNIT_LAYERLEVEL" val="1"/>
  <p:tag name="KSO_WM_TAG_VERSION" val="3.0"/>
  <p:tag name="KSO_WM_BEAUTIFY_FLAG" val="#wm#"/>
  <p:tag name="KSO_WM_UNIT_VALUE" val="29"/>
  <p:tag name="KSO_WM_UNIT_PRESET_TEXT" val="Your title here"/>
  <p:tag name="KSO_WM_UNIT_TEXT_FILL_FORE_SCHEMECOLOR_INDEX" val="14"/>
  <p:tag name="KSO_WM_UNIT_TEXT_FILL_TYPE" val="1"/>
  <p:tag name="KSO_WM_UNIT_USESOURCEFORMAT_APPLY" val="1"/>
</p:tagLst>
</file>

<file path=ppt/tags/tag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1"/>
  <p:tag name="KSO_WM_UNIT_ID" val="diagram20238432_1*q_h_i*1_2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.10000000149011612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1"/>
  <p:tag name="KSO_WM_UNIT_TEXT_FILL_FORE_SCHEMECOLOR_INDEX" val="13"/>
  <p:tag name="KSO_WM_UNIT_TEXT_FILL_TYPE" val="1"/>
  <p:tag name="KSO_WM_UNIT_USESOURCEFORMAT_APPLY" val="1"/>
</p:tagLst>
</file>

<file path=ppt/tags/tag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2"/>
  <p:tag name="KSO_WM_UNIT_ID" val="diagram20238432_1*q_h_i*1_1_2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1"/>
  <p:tag name="KSO_WM_UNIT_ID" val="diagram20238432_1*q_h_i*1_3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.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5"/>
  <p:tag name="KSO_WM_UNIT_TEXT_FILL_FORE_SCHEMECOLOR_INDEX" val="13"/>
  <p:tag name="KSO_WM_UNIT_TEXT_FILL_TYPE" val="1"/>
  <p:tag name="KSO_WM_UNIT_USESOURCEFORMAT_APPLY" val="1"/>
</p:tagLst>
</file>

<file path=ppt/tags/tag1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5_1"/>
  <p:tag name="KSO_WM_UNIT_ID" val="diagram20238432_1*q_h_i*1_5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.4000000059604645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4"/>
  <p:tag name="KSO_WM_UNIT_TEXT_FILL_FORE_SCHEMECOLOR_INDEX" val="13"/>
  <p:tag name="KSO_WM_UNIT_TEXT_FILL_TYPE" val="1"/>
  <p:tag name="KSO_WM_UNIT_USESOURCEFORMAT_APPLY" val="1"/>
</p:tagLst>
</file>

<file path=ppt/tags/tag1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6_1"/>
  <p:tag name="KSO_WM_UNIT_ID" val="diagram20238432_1*q_h_i*1_6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.30000001192092896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3"/>
  <p:tag name="KSO_WM_UNIT_TEXT_FILL_FORE_SCHEMECOLOR_INDEX" val="13"/>
  <p:tag name="KSO_WM_UNIT_TEXT_FILL_TYPE" val="1"/>
  <p:tag name="KSO_WM_UNIT_USESOURCEFORMAT_APPLY" val="1"/>
</p:tagLst>
</file>

<file path=ppt/tags/tag12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4_1"/>
  <p:tag name="KSO_WM_UNIT_ID" val="diagram20238432_1*q_h_i*1_4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.20000000298023224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.2"/>
  <p:tag name="KSO_WM_UNIT_TEXT_FILL_FORE_SCHEMECOLOR_INDEX" val="13"/>
  <p:tag name="KSO_WM_UNIT_TEXT_FILL_TYPE" val="1"/>
  <p:tag name="KSO_WM_UNIT_USESOURCEFORMAT_APPLY" val="1"/>
</p:tagLst>
</file>

<file path=ppt/tags/tag1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91*81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5_1"/>
  <p:tag name="KSO_WM_UNIT_ID" val="diagram20238432_1*q_h_x*1_5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FILL_FORE_SCHEMECOLOR_INDEX" val="2"/>
  <p:tag name="KSO_WM_UNIT_FILL_FORE_SCHEMECOLOR_INDEX_BRIGHTNESS" val="0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91*91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6_1"/>
  <p:tag name="KSO_WM_UNIT_ID" val="diagram20238432_1*q_h_x*1_6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FILL_FORE_SCHEMECOLOR_INDEX" val="2"/>
  <p:tag name="KSO_WM_UNIT_FILL_FORE_SCHEMECOLOR_INDEX_BRIGHTNESS" val="0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91*78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4_1"/>
  <p:tag name="KSO_WM_UNIT_ID" val="diagram20238432_1*q_h_x*1_4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FILL_FORE_SCHEMECOLOR_INDEX" val="2"/>
  <p:tag name="KSO_WM_UNIT_FILL_FORE_SCHEMECOLOR_INDEX_BRIGHTNESS" val="0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91*91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3_1"/>
  <p:tag name="KSO_WM_UNIT_ID" val="diagram20238432_1*q_h_x*1_3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FILL_FORE_SCHEMECOLOR_INDEX" val="2"/>
  <p:tag name="KSO_WM_UNIT_FILL_FORE_SCHEMECOLOR_INDEX_BRIGHTNESS" val="0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91*81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1_1"/>
  <p:tag name="KSO_WM_UNIT_ID" val="diagram20238432_1*q_h_x*1_1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FILL_FORE_SCHEMECOLOR_INDEX" val="2"/>
  <p:tag name="KSO_WM_UNIT_FILL_FORE_SCHEMECOLOR_INDEX_BRIGHTNESS" val="0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91*78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x"/>
  <p:tag name="KSO_WM_UNIT_INDEX" val="1_2_1"/>
  <p:tag name="KSO_WM_UNIT_ID" val="diagram20238432_1*q_h_x*1_2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FILL_FORE_SCHEMECOLOR_INDEX" val="2"/>
  <p:tag name="KSO_WM_UNIT_FILL_FORE_SCHEMECOLOR_INDEX_BRIGHTNESS" val="0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1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3_1"/>
  <p:tag name="KSO_WM_UNIT_ID" val="diagram20238432_1*q_h_f*1_3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q1-1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2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4_1"/>
  <p:tag name="KSO_WM_UNIT_ID" val="diagram20238432_1*q_h_f*1_4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q1-1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2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1_1"/>
  <p:tag name="KSO_WM_UNIT_ID" val="diagram20238432_1*q_h_f*1_1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q1-1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2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5_1"/>
  <p:tag name="KSO_WM_UNIT_ID" val="diagram20238432_1*q_h_f*1_5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q1-1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2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2_1"/>
  <p:tag name="KSO_WM_UNIT_ID" val="diagram20238432_1*q_h_f*1_2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q1-1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2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q_h_f"/>
  <p:tag name="KSO_WM_UNIT_INDEX" val="1_6_1"/>
  <p:tag name="KSO_WM_UNIT_ID" val="diagram20238432_1*q_h_f*1_6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UNIT_TEXT_FILL_FORE_SCHEMECOLOR_INDEX_BRIGHTNESS" val="0.15"/>
  <p:tag name="KSO_WM_DIAGRAM_VERSION" val="3"/>
  <p:tag name="KSO_WM_DIAGRAM_COLOR_TRICK" val="1"/>
  <p:tag name="KSO_WM_DIAGRAM_COLOR_TEXT_CAN_REMOVE" val="n"/>
  <p:tag name="KSO_WM_DIAGRAM_GROUP_CODE" val="q1-1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"/>
  <p:tag name="KSO_WM_UNIT_TEXT_FILL_FORE_SCHEMECOLOR_INDEX" val="1"/>
  <p:tag name="KSO_WM_UNIT_TEXT_FILL_TYPE" val="1"/>
  <p:tag name="KSO_WM_UNIT_USESOURCEFORMAT_APPLY" val="1"/>
</p:tagLst>
</file>

<file path=ppt/tags/tag2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1_1"/>
  <p:tag name="KSO_WM_UNIT_ID" val="diagram20238432_1*q_h_i*1_1_1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LINE_FILL_TYPE" val="2"/>
  <p:tag name="KSO_WM_UNIT_USESOURCEFORMAT_APPLY" val="1"/>
</p:tagLst>
</file>

<file path=ppt/tags/tag2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3_2"/>
  <p:tag name="KSO_WM_UNIT_ID" val="diagram20238432_1*q_h_i*1_3_2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solidLine&quot;:{&quot;brightness&quot;:0.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7"/>
  <p:tag name="KSO_WM_UNIT_LINE_FILL_TYPE" val="2"/>
  <p:tag name="KSO_WM_UNIT_USESOURCEFORMAT_APPLY" val="1"/>
</p:tagLst>
</file>

<file path=ppt/tags/tag2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5_2"/>
  <p:tag name="KSO_WM_UNIT_ID" val="diagram20238432_1*q_h_i*1_5_2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solidLine&quot;:{&quot;brightness&quot;:0.4000000059604645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9"/>
  <p:tag name="KSO_WM_UNIT_LINE_FILL_TYPE" val="2"/>
  <p:tag name="KSO_WM_UNIT_USESOURCEFORMAT_APPLY" val="1"/>
</p:tagLst>
</file>

<file path=ppt/tags/tag2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2_2"/>
  <p:tag name="KSO_WM_UNIT_ID" val="diagram20238432_1*q_h_i*1_2_2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solidLine&quot;:{&quot;brightness&quot;:0.10000000149011612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6"/>
  <p:tag name="KSO_WM_UNIT_LINE_FILL_TYPE" val="2"/>
  <p:tag name="KSO_WM_UNIT_USESOURCEFORMAT_APPLY" val="1"/>
</p:tagLst>
</file>

<file path=ppt/tags/tag29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4_2"/>
  <p:tag name="KSO_WM_UNIT_ID" val="diagram20238432_1*q_h_i*1_4_2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solidLine&quot;:{&quot;brightness&quot;:0.20000000298023224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8"/>
  <p:tag name="KSO_WM_UNIT_LINE_FILL_TYPE" val="2"/>
  <p:tag name="KSO_WM_UNIT_USESOURCEFORMAT_APPLY" val="1"/>
</p:tagLst>
</file>

<file path=ppt/tags/tag3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TYPE" val="q_h_i"/>
  <p:tag name="KSO_WM_UNIT_INDEX" val="1_6_2"/>
  <p:tag name="KSO_WM_UNIT_ID" val="diagram20238432_1*q_h_i*1_6_2"/>
  <p:tag name="KSO_WM_TEMPLATE_CATEGORY" val="diagram"/>
  <p:tag name="KSO_WM_TEMPLATE_INDEX" val="20238432"/>
  <p:tag name="KSO_WM_UNIT_LAYERLEVEL" val="1_1_1"/>
  <p:tag name="KSO_WM_TAG_VERSION" val="3.0"/>
  <p:tag name="KSO_WM_BEAUTIFY_FLAG" val="#wm#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solidLine&quot;:{&quot;brightness&quot;:0.30000001192092896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10"/>
  <p:tag name="KSO_WM_UNIT_LINE_FILL_TYPE" val="2"/>
  <p:tag name="KSO_WM_UNIT_USESOURCEFORMAT_APPLY" val="1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1_3"/>
  <p:tag name="KSO_WM_UNIT_ID" val="diagram20238432_1*q_h_i*1_1_3"/>
  <p:tag name="KSO_WM_TEMPLATE_CATEGORY" val="diagram"/>
  <p:tag name="KSO_WM_TEMPLATE_INDEX" val="2023843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01"/>
  <p:tag name="KSO_WM_UNIT_TEXT_FILL_FORE_SCHEMECOLOR_INDEX" val="1"/>
  <p:tag name="KSO_WM_UNIT_TEXT_FILL_TYPE" val="1"/>
  <p:tag name="KSO_WM_UNIT_USESOURCEFORMAT_APPLY" val="1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6_3"/>
  <p:tag name="KSO_WM_UNIT_ID" val="diagram20238432_1*q_h_i*1_6_3"/>
  <p:tag name="KSO_WM_TEMPLATE_CATEGORY" val="diagram"/>
  <p:tag name="KSO_WM_TEMPLATE_INDEX" val="2023843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03"/>
  <p:tag name="KSO_WM_UNIT_TEXT_FILL_FORE_SCHEMECOLOR_INDEX" val="1"/>
  <p:tag name="KSO_WM_UNIT_TEXT_FILL_TYPE" val="1"/>
  <p:tag name="KSO_WM_UNIT_USESOURCEFORMAT_APPLY" val="1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5_3"/>
  <p:tag name="KSO_WM_UNIT_ID" val="diagram20238432_1*q_h_i*1_5_3"/>
  <p:tag name="KSO_WM_TEMPLATE_CATEGORY" val="diagram"/>
  <p:tag name="KSO_WM_TEMPLATE_INDEX" val="2023843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05"/>
  <p:tag name="KSO_WM_UNIT_TEXT_FILL_FORE_SCHEMECOLOR_INDEX" val="1"/>
  <p:tag name="KSO_WM_UNIT_TEXT_FILL_TYPE" val="1"/>
  <p:tag name="KSO_WM_UNIT_USESOURCEFORMAT_APPLY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2_3"/>
  <p:tag name="KSO_WM_UNIT_ID" val="diagram20238432_1*q_h_i*1_2_3"/>
  <p:tag name="KSO_WM_TEMPLATE_CATEGORY" val="diagram"/>
  <p:tag name="KSO_WM_TEMPLATE_INDEX" val="2023843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02"/>
  <p:tag name="KSO_WM_UNIT_TEXT_FILL_FORE_SCHEMECOLOR_INDEX" val="1"/>
  <p:tag name="KSO_WM_UNIT_TEXT_FILL_TYPE" val="1"/>
  <p:tag name="KSO_WM_UNIT_USESOURCEFORMAT_APPLY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4_3"/>
  <p:tag name="KSO_WM_UNIT_ID" val="diagram20238432_1*q_h_i*1_4_3"/>
  <p:tag name="KSO_WM_TEMPLATE_CATEGORY" val="diagram"/>
  <p:tag name="KSO_WM_TEMPLATE_INDEX" val="2023843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04"/>
  <p:tag name="KSO_WM_UNIT_TEXT_FILL_FORE_SCHEMECOLOR_INDEX" val="1"/>
  <p:tag name="KSO_WM_UNIT_TEXT_FILL_TYPE" val="1"/>
  <p:tag name="KSO_WM_UNIT_USESOURCEFORMAT_APPLY" val="1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q1-1"/>
  <p:tag name="KSO_WM_UNIT_SUBTYPE" val="d"/>
  <p:tag name="KSO_WM_UNIT_TYPE" val="q_h_i"/>
  <p:tag name="KSO_WM_UNIT_INDEX" val="1_3_3"/>
  <p:tag name="KSO_WM_UNIT_ID" val="diagram20238432_1*q_h_i*1_3_3"/>
  <p:tag name="KSO_WM_TEMPLATE_CATEGORY" val="diagram"/>
  <p:tag name="KSO_WM_TEMPLATE_INDEX" val="20238432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6"/>
  <p:tag name="KSO_WM_DIAGRAM_VIRTUALLY_FRAME" val="{&quot;height&quot;:348.6312585458196,&quot;left&quot;:55.249921259842495,&quot;top&quot;:118.35000129670007,&quot;width&quot;:850.4389763779527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PRESET_TEXT" val="06"/>
  <p:tag name="KSO_WM_UNIT_TEXT_FILL_FORE_SCHEMECOLOR_INDEX" val="1"/>
  <p:tag name="KSO_WM_UNIT_TEXT_FILL_TYPE" val="1"/>
  <p:tag name="KSO_WM_UNIT_USESOURCEFORMAT_APPLY" val="1"/>
</p:tagLst>
</file>

<file path=ppt/tags/tag37.xml><?xml version="1.0" encoding="utf-8"?>
<p:tagLst xmlns:p="http://schemas.openxmlformats.org/presentationml/2006/main">
  <p:tag name="KSO_WM_SLIDE_ID" val="diagram20238432_1"/>
  <p:tag name="KSO_WM_TEMPLATE_SUBCATEGORY" val="0"/>
  <p:tag name="KSO_WM_TEMPLATE_MASTER_TYPE" val="0"/>
  <p:tag name="KSO_WM_TEMPLATE_COLOR_TYPE" val="0"/>
  <p:tag name="KSO_WM_SLIDE_ITEM_CNT" val="6"/>
  <p:tag name="KSO_WM_SLIDE_INDEX" val="1"/>
  <p:tag name="KSO_WM_TAG_VERSION" val="3.0"/>
  <p:tag name="KSO_WM_BEAUTIFY_FLAG" val="#wm#"/>
  <p:tag name="KSO_WM_TEMPLATE_CATEGORY" val="diagram"/>
  <p:tag name="KSO_WM_TEMPLATE_INDEX" val="20238432"/>
  <p:tag name="KSO_WM_SLIDE_TYPE" val="text"/>
  <p:tag name="KSO_WM_SLIDE_SUBTYPE" val="diag"/>
  <p:tag name="KSO_WM_SLIDE_SIZE" val="850.385*348.607"/>
  <p:tag name="KSO_WM_SLIDE_POSITION" val="55.2499*118.35"/>
  <p:tag name="KSO_WM_SLIDE_LAYOUT" val="a_q"/>
  <p:tag name="KSO_WM_SLIDE_LAYOUT_CNT" val="1_1"/>
  <p:tag name="KSO_WM_SPECIAL_SOURCE" val="bdnull"/>
  <p:tag name="KSO_WM_DIAGRAM_GROUP_CODE" val="q1-1"/>
  <p:tag name="KSO_WM_SLIDE_DIAGTYPE" val="q"/>
</p:tagLst>
</file>

<file path=ppt/tags/tag3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202_5*a*1"/>
  <p:tag name="KSO_WM_TEMPLATE_CATEGORY" val="diagram"/>
  <p:tag name="KSO_WM_TEMPLATE_INDEX" val="20238202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4"/>
  <p:tag name="KSO_WM_UNIT_TEXT_FILL_TYPE" val="1"/>
  <p:tag name="KSO_WM_UNIT_USESOURCEFORMAT_APPLY" val="1"/>
</p:tagLst>
</file>

<file path=ppt/tags/tag3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3_1"/>
  <p:tag name="KSO_WM_UNIT_ID" val="diagram20238202_4*l_h_f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5_1"/>
  <p:tag name="KSO_WM_UNIT_ID" val="diagram20238202_4*l_h_f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202_4*l_h_f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1_1"/>
  <p:tag name="KSO_WM_UNIT_ID" val="diagram20238202_4*l_h_i*1_1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1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3_1"/>
  <p:tag name="KSO_WM_UNIT_ID" val="diagram20238202_4*l_h_i*1_3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3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202_4*l_h_f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5_1"/>
  <p:tag name="KSO_WM_UNIT_ID" val="diagram20238202_4*l_h_i*1_5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5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2_1"/>
  <p:tag name="KSO_WM_UNIT_ID" val="diagram20238202_4*l_h_i*1_2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2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7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4_1"/>
  <p:tag name="KSO_WM_UNIT_ID" val="diagram20238202_4*l_h_f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GROUP_CODE" val="l1-1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.6000000238418579,&quot;colorType&quot;:1,&quot;foreColorIndex&quot;:13,&quot;transparency&quot;:0.8500000238418579},&quot;type&quot;:1},&quot;glow&quot;:{&quot;colorType&quot;:0},&quot;line&quot;:{&quot;solidLine&quot;:{&quot;brightness&quot;:0,&quot;colorType&quot;:1,&quot;foreColorIndex&quot;:2,&quot;transparency&quot;:0.6000000238418579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LINE_FILL_TYPE" val="2"/>
  <p:tag name="KSO_WM_UNIT_PRESET_TEXT" val="Presentations are communication tools that can be used as demonstrations."/>
  <p:tag name="KSO_WM_UNIT_FILL_TYPE" val="1"/>
  <p:tag name="KSO_WM_UNIT_FILL_FORE_SCHEMECOLOR_INDEX" val="13"/>
  <p:tag name="KSO_WM_UNIT_FILL_FORE_SCHEMECOLOR_INDEX_BRIGHTNESS" val="0.6"/>
  <p:tag name="KSO_WM_UNIT_LINE_FORE_SCHEMECOLOR_INDEX" val="2"/>
  <p:tag name="KSO_WM_UNIT_TEXT_FILL_FORE_SCHEMECOLOR_INDEX" val="1"/>
  <p:tag name="KSO_WM_UNIT_TEXT_FILL_TYPE" val="1"/>
  <p:tag name="KSO_WM_UNIT_USESOURCEFORMAT_APPLY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SUBTYPE" val="d"/>
  <p:tag name="KSO_WM_UNIT_TYPE" val="l_h_i"/>
  <p:tag name="KSO_WM_UNIT_INDEX" val="1_4_1"/>
  <p:tag name="KSO_WM_UNIT_ID" val="diagram20238202_4*l_h_i*1_4_1"/>
  <p:tag name="KSO_WM_TEMPLATE_CATEGORY" val="diagram"/>
  <p:tag name="KSO_WM_TEMPLATE_INDEX" val="20238202"/>
  <p:tag name="KSO_WM_UNIT_LAYERLEVEL" val="1_1_1"/>
  <p:tag name="KSO_WM_TAG_VERSION" val="3.0"/>
  <p:tag name="KSO_WM_BEAUTIFY_FLAG" val="#wm#"/>
  <p:tag name="KSO_WM_DIAGRAM_VERSION" val="3"/>
  <p:tag name="KSO_WM_DIAGRAM_COLOR_TEXT_CAN_REMOVE" val="n"/>
  <p:tag name="KSO_WM_DIAGRAM_MAX_ITEMCNT" val="6"/>
  <p:tag name="KSO_WM_DIAGRAM_MIN_ITEMCNT" val="2"/>
  <p:tag name="KSO_WM_DIAGRAM_VIRTUALLY_FRAME" val="{&quot;height&quot;:370.58385130409414,&quot;left&quot;:54.953858267716555,&quot;top&quot;:106.90008222196863,&quot;width&quot;:850.9461417322834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COLOR_TRICK" val="1"/>
  <p:tag name="KSO_WM_UNIT_PRESET_TEXT" val="04"/>
  <p:tag name="KSO_WM_UNIT_FILL_TYPE" val="1"/>
  <p:tag name="KSO_WM_UNIT_FILL_FORE_SCHEMECOLOR_INDEX" val="5"/>
  <p:tag name="KSO_WM_UNIT_FILL_FORE_SCHEMECOLOR_INDEX_BRIGHTNESS" val="0"/>
  <p:tag name="KSO_WM_UNIT_TEXT_FILL_FORE_SCHEMECOLOR_INDEX" val="1"/>
  <p:tag name="KSO_WM_UNIT_TEXT_FILL_TYPE" val="1"/>
  <p:tag name="KSO_WM_UNIT_USESOURCEFORMAT_APPLY" val="1"/>
</p:tagLst>
</file>

<file path=ppt/tags/tag49.xml><?xml version="1.0" encoding="utf-8"?>
<p:tagLst xmlns:p="http://schemas.openxmlformats.org/presentationml/2006/main">
  <p:tag name="KSO_WM_BEAUTIFY_FLAG" val="#wm#"/>
  <p:tag name="KSO_WM_TEMPLATE_CATEGORY" val="diagram"/>
  <p:tag name="KSO_WM_TEMPLATE_INDEX" val="20238202"/>
  <p:tag name="KSO_WM_SPECIAL_SOURCE" val="bdnull"/>
  <p:tag name="KSO_WM_SLIDE_ID" val="diagram20238202_5"/>
  <p:tag name="KSO_WM_TEMPLATE_SUBCATEGORY" val="0"/>
  <p:tag name="KSO_WM_TEMPLATE_MASTER_TYPE" val="0"/>
  <p:tag name="KSO_WM_TEMPLATE_COLOR_TYPE" val="0"/>
  <p:tag name="KSO_WM_SLIDE_ITEM_CNT" val="6"/>
  <p:tag name="KSO_WM_SLIDE_INDEX" val="5"/>
  <p:tag name="KSO_WM_TAG_VERSION" val="3.0"/>
  <p:tag name="KSO_WM_SLIDE_TYPE" val="text"/>
  <p:tag name="KSO_WM_SLIDE_SUBTYPE" val="diag"/>
  <p:tag name="KSO_WM_SLIDE_SIZE" val="850.946*370.584"/>
  <p:tag name="KSO_WM_SLIDE_POSITION" val="54.9539*106.9"/>
  <p:tag name="KSO_WM_DIAGRAM_GROUP_CODE" val="l1-1"/>
  <p:tag name="KSO_WM_SLIDE_DIAGTYPE" val="l"/>
  <p:tag name="KSO_WM_SLIDE_LAYOUT" val="a_l"/>
  <p:tag name="KSO_WM_SLIDE_LAYOUT_CNT" val="1_1"/>
</p:tagLst>
</file>

<file path=ppt/tags/tag5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317_3*a*1"/>
  <p:tag name="KSO_WM_TEMPLATE_CATEGORY" val="diagram"/>
  <p:tag name="KSO_WM_TEMPLATE_INDEX" val="20238317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4"/>
  <p:tag name="KSO_WM_UNIT_TEXT_FILL_TYPE" val="1"/>
  <p:tag name="KSO_WM_UNIT_USESOURCEFORMAT_APPLY" val="1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8317_1*l_h_i*1_1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7.4203211561047,&quot;left&quot;:71.05,&quot;top&quot;:112.62967884389522,&quot;width&quot;:816.98842519685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1"/>
  <p:tag name="KSO_WM_UNIT_TEXT_FILL_TYPE" val="1"/>
  <p:tag name="KSO_WM_UNIT_USESOURCEFORMAT_APPLY" val="1"/>
</p:tagLst>
</file>

<file path=ppt/tags/tag52.xml><?xml version="1.0" encoding="utf-8"?>
<p:tagLst xmlns:p="http://schemas.openxmlformats.org/presentationml/2006/main">
  <p:tag name="KSO_WM_UNIT_LINE_FORE_SCHEMECOLOR_INDEX_BRIGHTNESS" val="0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317_1*l_h_i*1_1_2"/>
  <p:tag name="KSO_WM_TEMPLATE_CATEGORY" val="diagram"/>
  <p:tag name="KSO_WM_TEMPLATE_INDEX" val="2023831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7.4203211561047,&quot;left&quot;:71.05,&quot;top&quot;:112.62967884389522,&quot;width&quot;:816.988425196850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5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317_1*l_h_a*1_1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7.4203211561047,&quot;left&quot;:71.05,&quot;top&quot;:112.62967884389522,&quot;width&quot;:816.98842519685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5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317_1*l_h_f*1_1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7.4203211561047,&quot;left&quot;:71.05,&quot;top&quot;:112.62967884389522,&quot;width&quot;:816.98842519685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8317_1*l_h_i*1_2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7.4203211561047,&quot;left&quot;:71.05,&quot;top&quot;:112.62967884389522,&quot;width&quot;:816.98842519685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1"/>
  <p:tag name="KSO_WM_UNIT_TEXT_FILL_TYPE" val="1"/>
  <p:tag name="KSO_WM_UNIT_USESOURCEFORMAT_APPLY" val="1"/>
</p:tagLst>
</file>

<file path=ppt/tags/tag56.xml><?xml version="1.0" encoding="utf-8"?>
<p:tagLst xmlns:p="http://schemas.openxmlformats.org/presentationml/2006/main">
  <p:tag name="KSO_WM_UNIT_LINE_FORE_SCHEMECOLOR_INDEX_BRIGHTNESS" val="0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317_1*l_h_i*1_2_2"/>
  <p:tag name="KSO_WM_TEMPLATE_CATEGORY" val="diagram"/>
  <p:tag name="KSO_WM_TEMPLATE_INDEX" val="2023831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7.4203211561047,&quot;left&quot;:71.05,&quot;top&quot;:112.62967884389522,&quot;width&quot;:816.9884251968504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5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317_1*l_h_a*1_2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7.4203211561047,&quot;left&quot;:71.05,&quot;top&quot;:112.62967884389522,&quot;width&quot;:816.98842519685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5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317_1*l_h_f*1_2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427.4203211561047,&quot;left&quot;:71.05,&quot;top&quot;:112.62967884389522,&quot;width&quot;:816.9884251968504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59.xml><?xml version="1.0" encoding="utf-8"?>
<p:tagLst xmlns:p="http://schemas.openxmlformats.org/presentationml/2006/main">
  <p:tag name="KSO_WM_SLIDE_ID" val="diagram20238317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8317"/>
  <p:tag name="KSO_WM_SLIDE_TYPE" val="text"/>
  <p:tag name="KSO_WM_SLIDE_SUBTYPE" val="diag"/>
  <p:tag name="KSO_WM_SLIDE_SIZE" val="815.964*364.438"/>
  <p:tag name="KSO_WM_SLIDE_POSITION" val="71.9535*112.564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ags/tag60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370_1*l_h_i*1_1_2"/>
  <p:tag name="KSO_WM_TEMPLATE_CATEGORY" val="diagram"/>
  <p:tag name="KSO_WM_TEMPLATE_INDEX" val="20238370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388.53968503937006,&quot;left&quot;:54.803149548628156,&quot;top&quot;:105.62511811023619,&quot;width&quot;:844.4381103515625}"/>
  <p:tag name="KSO_WM_DIAGRAM_COLOR_MATCH_VALUE" val="{&quot;shape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5"/>
  <p:tag name="KSO_WM_UNIT_FILL_FORE_SCHEMECOLOR_INDEX_BRIGHTNESS" val="0"/>
  <p:tag name="KSO_WM_UNIT_TEXT_FILL_FORE_SCHEMECOLOR_INDEX" val="13"/>
  <p:tag name="KSO_WM_UNIT_TEXT_FILL_TYPE" val="1"/>
  <p:tag name="KSO_WM_UNIT_USESOURCEFORMAT_APPLY" val="1"/>
</p:tagLst>
</file>

<file path=ppt/tags/tag61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370_1*l_h_i*1_2_2"/>
  <p:tag name="KSO_WM_TEMPLATE_CATEGORY" val="diagram"/>
  <p:tag name="KSO_WM_TEMPLATE_INDEX" val="20238370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388.53968503937006,&quot;left&quot;:54.803149548628156,&quot;top&quot;:105.62511811023619,&quot;width&quot;:844.4381103515625}"/>
  <p:tag name="KSO_WM_DIAGRAM_COLOR_MATCH_VALUE" val="{&quot;shape&quot;:{&quot;fill&quot;:{&quot;solid&quot;:{&quot;brightness&quot;:0.6000000238418579,&quot;colorType&quot;:1,&quot;foreColorIndex&quot;:13,&quot;transparency&quot;:0.800000011920929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-0.05000000074505806,&quot;colorType&quot;:1,&quot;foreColorIndex&quot;:14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6"/>
  <p:tag name="KSO_WM_UNIT_TEXT_FILL_FORE_SCHEMECOLOR_INDEX" val="14"/>
  <p:tag name="KSO_WM_UNIT_TEXT_FILL_TYPE" val="1"/>
  <p:tag name="KSO_WM_UNIT_USESOURCEFORMAT_APPLY" val="1"/>
</p:tagLst>
</file>

<file path=ppt/tags/tag6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370_1*a*1"/>
  <p:tag name="KSO_WM_TEMPLATE_CATEGORY" val="diagram"/>
  <p:tag name="KSO_WM_TEMPLATE_INDEX" val="20238370"/>
  <p:tag name="KSO_WM_UNIT_LAYERLEVEL" val="1"/>
  <p:tag name="KSO_WM_TAG_VERSION" val="3.0"/>
  <p:tag name="KSO_WM_BEAUTIFY_FLAG" val="#wm#"/>
  <p:tag name="KSO_WM_UNIT_PRESET_TEXT" val="The title goes here"/>
  <p:tag name="KSO_WM_UNIT_TEXT_FILL_FORE_SCHEMECOLOR_INDEX" val="14"/>
  <p:tag name="KSO_WM_UNIT_TEXT_FILL_TYPE" val="1"/>
  <p:tag name="KSO_WM_UNIT_USESOURCEFORMAT_APPLY" val="1"/>
</p:tagLst>
</file>

<file path=ppt/tags/tag63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370_1*l_h_f*1_1_1"/>
  <p:tag name="KSO_WM_TEMPLATE_CATEGORY" val="diagram"/>
  <p:tag name="KSO_WM_TEMPLATE_INDEX" val="20238370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388.53968503937006,&quot;left&quot;:54.803149548628156,&quot;top&quot;:105.62511811023619,&quot;width&quot;:844.4381103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07"/>
  <p:tag name="KSO_WM_UNIT_TEXT_FILL_TYPE" val="1"/>
  <p:tag name="KSO_WM_UNIT_PRESET_TEXT" val="Presentations are communication tools that can be used as demonstrations, lectures, speeches, reports, and more. It serves a variety of purposes, making presentations powerful tools for convincing and teaching."/>
  <p:tag name="KSO_WM_UNIT_USESOURCEFORMAT_APPLY" val="1"/>
</p:tagLst>
</file>

<file path=ppt/tags/tag64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370_1*l_h_f*1_2_1"/>
  <p:tag name="KSO_WM_TEMPLATE_CATEGORY" val="diagram"/>
  <p:tag name="KSO_WM_TEMPLATE_INDEX" val="20238370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388.53968503937006,&quot;left&quot;:54.803149548628156,&quot;top&quot;:105.62511811023619,&quot;width&quot;:844.4381103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VALUE" val="207"/>
  <p:tag name="KSO_WM_UNIT_PRESET_TEXT" val="Presentations are communication tools that can be used as demonstrations, lectures, speeches, reports, and more. It serves a variety of purposes, making presentations powerful tools for convincing and teaching."/>
  <p:tag name="KSO_WM_UNIT_TEXT_FILL_FORE_SCHEMECOLOR_INDEX" val="1"/>
  <p:tag name="KSO_WM_UNIT_TEXT_FILL_TYPE" val="1"/>
  <p:tag name="KSO_WM_UNIT_USESOURCEFORMAT_APPLY" val="1"/>
</p:tagLst>
</file>

<file path=ppt/tags/tag65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370_1*l_h_i*1_1_1"/>
  <p:tag name="KSO_WM_TEMPLATE_CATEGORY" val="diagram"/>
  <p:tag name="KSO_WM_TEMPLATE_INDEX" val="20238370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388.53968503937006,&quot;left&quot;:54.803149548628156,&quot;top&quot;:105.62511811023619,&quot;width&quot;:844.4381103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TEXT_FILL_TYPE" val="1"/>
  <p:tag name="KSO_WM_UNIT_PRESET_TEXT" val="01"/>
  <p:tag name="KSO_WM_UNIT_USESOURCEFORMAT_APPLY" val="1"/>
</p:tagLst>
</file>

<file path=ppt/tags/tag6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370_1*l_h_i*1_2_1"/>
  <p:tag name="KSO_WM_TEMPLATE_CATEGORY" val="diagram"/>
  <p:tag name="KSO_WM_TEMPLATE_INDEX" val="20238370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388.53968503937006,&quot;left&quot;:54.803149548628156,&quot;top&quot;:105.62511811023619,&quot;width&quot;:844.438110351562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SUBTYPE" val="d"/>
  <p:tag name="KSO_WM_UNIT_PRESET_TEXT" val="02"/>
  <p:tag name="KSO_WM_UNIT_TEXT_FILL_FORE_SCHEMECOLOR_INDEX" val="1"/>
  <p:tag name="KSO_WM_UNIT_TEXT_FILL_TYPE" val="1"/>
  <p:tag name="KSO_WM_UNIT_USESOURCEFORMAT_APPLY" val="1"/>
</p:tagLst>
</file>

<file path=ppt/tags/tag6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201*150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1_1"/>
  <p:tag name="KSO_WM_UNIT_ID" val="diagram20238370_1*l_h_x*1_1_1"/>
  <p:tag name="KSO_WM_TEMPLATE_CATEGORY" val="diagram"/>
  <p:tag name="KSO_WM_TEMPLATE_INDEX" val="20238370"/>
  <p:tag name="KSO_WM_UNIT_LAYERLEVEL" val="1_1_1"/>
  <p:tag name="KSO_WM_TAG_VERSION" val="3.0"/>
  <p:tag name="KSO_WM_BEAUTIFY_FLAG" val="#wm#"/>
  <p:tag name="KSO_WM_UNIT_FILL_FORE_SCHEMECOLOR_INDEX" val="14"/>
  <p:tag name="KSO_WM_UNIT_FILL_FORE_SCHEMECOLOR_INDEX_BRIGHTNESS" val="0"/>
  <p:tag name="KSO_WM_DIAGRAM_MAX_ITEMCNT" val="2"/>
  <p:tag name="KSO_WM_DIAGRAM_MIN_ITEMCNT" val="2"/>
  <p:tag name="KSO_WM_DIAGRAM_VIRTUALLY_FRAME" val="{&quot;height&quot;:388.53968503937006,&quot;left&quot;:54.803149548628156,&quot;top&quot;:105.62511811023619,&quot;width&quot;:844.438110351562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TEXT_FILL_FORE_SCHEMECOLOR_INDEX" val="13"/>
  <p:tag name="KSO_WM_UNIT_TEXT_FILL_TYPE" val="1"/>
  <p:tag name="KSO_WM_UNIT_USESOURCEFORMAT_APPLY" val="1"/>
</p:tagLst>
</file>

<file path=ppt/tags/tag6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142*18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x"/>
  <p:tag name="KSO_WM_UNIT_INDEX" val="1_2_1"/>
  <p:tag name="KSO_WM_UNIT_ID" val="diagram20238370_1*l_h_x*1_2_1"/>
  <p:tag name="KSO_WM_TEMPLATE_CATEGORY" val="diagram"/>
  <p:tag name="KSO_WM_TEMPLATE_INDEX" val="20238370"/>
  <p:tag name="KSO_WM_UNIT_LAYERLEVEL" val="1_1_1"/>
  <p:tag name="KSO_WM_TAG_VERSION" val="3.0"/>
  <p:tag name="KSO_WM_BEAUTIFY_FLAG" val="#wm#"/>
  <p:tag name="KSO_WM_DIAGRAM_MAX_ITEMCNT" val="2"/>
  <p:tag name="KSO_WM_DIAGRAM_MIN_ITEMCNT" val="2"/>
  <p:tag name="KSO_WM_DIAGRAM_VIRTUALLY_FRAME" val="{&quot;height&quot;:388.53968503937006,&quot;left&quot;:54.803149548628156,&quot;top&quot;:105.62511811023619,&quot;width&quot;:844.4381103515625}"/>
  <p:tag name="KSO_WM_DIAGRAM_COLOR_MATCH_VALUE" val="{&quot;shape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FILL_TYPE" val="1"/>
  <p:tag name="KSO_WM_UNIT_FILL_FORE_SCHEMECOLOR_INDEX" val="13"/>
  <p:tag name="KSO_WM_UNIT_FILL_FORE_SCHEMECOLOR_INDEX_BRIGHTNESS" val="0.15"/>
  <p:tag name="KSO_WM_UNIT_TEXT_FILL_FORE_SCHEMECOLOR_INDEX" val="13"/>
  <p:tag name="KSO_WM_UNIT_TEXT_FILL_TYPE" val="1"/>
  <p:tag name="KSO_WM_UNIT_USESOURCEFORMAT_APPLY" val="1"/>
</p:tagLst>
</file>

<file path=ppt/tags/tag69.xml><?xml version="1.0" encoding="utf-8"?>
<p:tagLst xmlns:p="http://schemas.openxmlformats.org/presentationml/2006/main">
  <p:tag name="KSO_WM_BEAUTIFY_FLAG" val="#wm#"/>
  <p:tag name="KSO_WM_TEMPLATE_CATEGORY" val="diagram"/>
  <p:tag name="KSO_WM_TEMPLATE_INDEX" val="20238370"/>
  <p:tag name="KSO_WM_SLIDE_ID" val="diagram20238370_1"/>
  <p:tag name="KSO_WM_TEMPLATE_SUBCATEGORY" val="0"/>
  <p:tag name="KSO_WM_TEMPLATE_MASTER_TYPE" val="0"/>
  <p:tag name="KSO_WM_TEMPLATE_COLOR_TYPE" val="0"/>
  <p:tag name="KSO_WM_SLIDE_ITEM_CNT" val="2"/>
  <p:tag name="KSO_WM_SLIDE_INDEX" val="1"/>
  <p:tag name="KSO_WM_DIAGRAM_GROUP_CODE" val="l1-1"/>
  <p:tag name="KSO_WM_SLIDE_DIAGTYPE" val="l"/>
  <p:tag name="KSO_WM_TAG_VERSION" val="3.0"/>
  <p:tag name="KSO_WM_SLIDE_LAYOUT" val="a_l"/>
  <p:tag name="KSO_WM_SLIDE_LAYOUT_CNT" val="1_1"/>
  <p:tag name="KSO_WM_SLIDE_TYPE" val="text"/>
  <p:tag name="KSO_WM_SLIDE_SUBTYPE" val="diag"/>
  <p:tag name="KSO_WM_SLIDE_SIZE" val="844.438*388.54"/>
  <p:tag name="KSO_WM_SLIDE_POSITION" val="54.8032*105.625"/>
  <p:tag name="KSO_WM_SPECIAL_SOURCE" val="bdnull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311_1*a*1"/>
  <p:tag name="KSO_WM_TEMPLATE_CATEGORY" val="diagram"/>
  <p:tag name="KSO_WM_TEMPLATE_INDEX" val="20238311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4"/>
  <p:tag name="KSO_WM_UNIT_TEXT_FILL_TYPE" val="1"/>
  <p:tag name="KSO_WM_UNIT_USESOURCEFORMAT_APPLY" val="1"/>
</p:tagLst>
</file>

<file path=ppt/tags/tag71.xml><?xml version="1.0" encoding="utf-8"?>
<p:tagLst xmlns:p="http://schemas.openxmlformats.org/presentationml/2006/main">
  <p:tag name="KSO_WM_DIAGRAM_MAX_ITEMCNT" val="2"/>
  <p:tag name="KSO_WM_DIAGRAM_MIN_ITEMCNT" val="2"/>
  <p:tag name="KSO_WM_DIAGRAM_VIRTUALLY_FRAME" val="{&quot;height&quot;:340.46441650390625,&quot;left&quot;:95.95275590551182,&quot;top&quot;:137.64850040946422,&quot;width&quot;:769.5872440944881}"/>
  <p:tag name="KSO_WM_DIAGRAM_COLOR_MATCH_VALUE" val="{&quot;shape&quot;:{&quot;fill&quot;:{&quot;solid&quot;:{&quot;brightness&quot;:0.6000000238418579,&quot;colorType&quot;:1,&quot;foreColorIndex&quot;:2,&quot;transparency&quot;:0.8500000238418579},&quot;type&quot;:1},&quot;glow&quot;:{&quot;colorType&quot;:0},&quot;line&quot;:{&quot;solidLine&quot;:{&quot;brightness&quot;:0,&quot;colorType&quot;:1,&quot;foreColorIndex&quot;:5,&quot;transparency&quot;:0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1"/>
  <p:tag name="KSO_WM_UNIT_ID" val="diagram20238311_1*l_h_i*1_2_1"/>
  <p:tag name="KSO_WM_TEMPLATE_CATEGORY" val="diagram"/>
  <p:tag name="KSO_WM_TEMPLATE_INDEX" val="20238311"/>
  <p:tag name="KSO_WM_UNIT_LAYERLEVEL" val="1_1_1"/>
  <p:tag name="KSO_WM_TAG_VERSION" val="3.0"/>
  <p:tag name="KSO_WM_BEAUTIFY_FLAG" val="#wm#"/>
  <p:tag name="KSO_WM_UNIT_FILL_TYPE" val="1"/>
  <p:tag name="KSO_WM_UNIT_FILL_FORE_SCHEMECOLOR_INDEX" val="2"/>
  <p:tag name="KSO_WM_UNIT_FILL_FORE_SCHEMECOLOR_INDEX_BRIGHTNESS" val="0.6"/>
  <p:tag name="KSO_WM_UNIT_LINE_FORE_SCHEMECOLOR_INDEX" val="6"/>
  <p:tag name="KSO_WM_UNIT_LINE_FILL_TYPE" val="2"/>
  <p:tag name="KSO_WM_UNIT_TEXT_FILL_FORE_SCHEMECOLOR_INDEX" val="2"/>
  <p:tag name="KSO_WM_UNIT_TEXT_FILL_TYPE" val="1"/>
  <p:tag name="KSO_WM_UNIT_USESOURCEFORMAT_APPLY" val="1"/>
</p:tagLst>
</file>

<file path=ppt/tags/tag72.xml><?xml version="1.0" encoding="utf-8"?>
<p:tagLst xmlns:p="http://schemas.openxmlformats.org/presentationml/2006/main">
  <p:tag name="KSO_WM_UNIT_BLOCK" val="0"/>
  <p:tag name="KSO_WM_UNIT_DEC_AREA_ID" val="c37347cbc0a24348939d931e37367649"/>
  <p:tag name="KSO_WM_UNIT_DEFAULT_FONT" val="12;18;2"/>
  <p:tag name="KSO_WM_DIAGRAM_MAX_ITEMCNT" val="2"/>
  <p:tag name="KSO_WM_DIAGRAM_MIN_ITEMCNT" val="2"/>
  <p:tag name="KSO_WM_DIAGRAM_VIRTUALLY_FRAME" val="{&quot;height&quot;:340.46441650390625,&quot;left&quot;:95.95275590551182,&quot;top&quot;:137.64850040946422,&quot;width&quot;:769.58724409448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4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2_1"/>
  <p:tag name="KSO_WM_UNIT_ID" val="diagram20238311_1*l_h_f*1_2_1"/>
  <p:tag name="KSO_WM_TEMPLATE_CATEGORY" val="diagram"/>
  <p:tag name="KSO_WM_TEMPLATE_INDEX" val="20238311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73.xml><?xml version="1.0" encoding="utf-8"?>
<p:tagLst xmlns:p="http://schemas.openxmlformats.org/presentationml/2006/main">
  <p:tag name="KSO_WM_DIAGRAM_MAX_ITEMCNT" val="2"/>
  <p:tag name="KSO_WM_DIAGRAM_MIN_ITEMCNT" val="2"/>
  <p:tag name="KSO_WM_DIAGRAM_VIRTUALLY_FRAME" val="{&quot;height&quot;:340.46441650390625,&quot;left&quot;:95.95275590551182,&quot;top&quot;:137.64850040946422,&quot;width&quot;:769.58724409448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1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2_1"/>
  <p:tag name="KSO_WM_UNIT_ID" val="diagram20238311_1*l_h_a*1_2_1"/>
  <p:tag name="KSO_WM_TEMPLATE_CATEGORY" val="diagram"/>
  <p:tag name="KSO_WM_TEMPLATE_INDEX" val="20238311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74.xml><?xml version="1.0" encoding="utf-8"?>
<p:tagLst xmlns:p="http://schemas.openxmlformats.org/presentationml/2006/main">
  <p:tag name="KSO_WM_DIAGRAM_MAX_ITEMCNT" val="2"/>
  <p:tag name="KSO_WM_DIAGRAM_MIN_ITEMCNT" val="2"/>
  <p:tag name="KSO_WM_DIAGRAM_VIRTUALLY_FRAME" val="{&quot;height&quot;:340.46441650390625,&quot;left&quot;:95.95275590551182,&quot;top&quot;:137.64850040946422,&quot;width&quot;:769.5872440944881}"/>
  <p:tag name="KSO_WM_DIAGRAM_COLOR_MATCH_VALUE" val="{&quot;shape&quot;:{&quot;fill&quot;:{&quot;gradient&quot;:[{&quot;brightness&quot;:0,&quot;colorType&quot;:1,&quot;foreColorIndex&quot;:5,&quot;pos&quot;:0,&quot;transparency&quot;:0},{&quot;brightness&quot;:0,&quot;colorType&quot;:1,&quot;foreColorIndex&quot;:5,&quot;pos&quot;:0.5,&quot;transparency&quot;:0}],&quot;type&quot;:3},&quot;glow&quot;:{&quot;colorType&quot;:0},&quot;line&quot;:{&quot;type&quot;:0},&quot;shadow&quot;:{&quot;brightness&quot;:0,&quot;colorType&quot;:1,&quot;foreColorIndex&quot;:5,&quot;transparency&quot;:0.80000001192092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1"/>
  <p:tag name="KSO_WM_UNIT_ID" val="diagram20238311_1*l_h_i*1_1_1"/>
  <p:tag name="KSO_WM_TEMPLATE_CATEGORY" val="diagram"/>
  <p:tag name="KSO_WM_TEMPLATE_INDEX" val="20238311"/>
  <p:tag name="KSO_WM_UNIT_LAYERLEVEL" val="1_1_1"/>
  <p:tag name="KSO_WM_TAG_VERSION" val="3.0"/>
  <p:tag name="KSO_WM_BEAUTIFY_FLAG" val="#wm#"/>
  <p:tag name="KSO_WM_UNIT_FILL_TYPE" val="3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75.xml><?xml version="1.0" encoding="utf-8"?>
<p:tagLst xmlns:p="http://schemas.openxmlformats.org/presentationml/2006/main">
  <p:tag name="KSO_WM_UNIT_BLOCK" val="0"/>
  <p:tag name="KSO_WM_UNIT_DEC_AREA_ID" val="c37347cbc0a24348939d931e37367649"/>
  <p:tag name="KSO_WM_UNIT_DEFAULT_FONT" val="12;18;2"/>
  <p:tag name="KSO_WM_DIAGRAM_MAX_ITEMCNT" val="2"/>
  <p:tag name="KSO_WM_DIAGRAM_MIN_ITEMCNT" val="2"/>
  <p:tag name="KSO_WM_DIAGRAM_VIRTUALLY_FRAME" val="{&quot;height&quot;:340.46441650390625,&quot;left&quot;:95.95275590551182,&quot;top&quot;:137.64850040946422,&quot;width&quot;:769.58724409448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SUBTYPE" val="a"/>
  <p:tag name="KSO_WM_UNIT_NOCLEAR" val="0"/>
  <p:tag name="KSO_WM_UNIT_VALUE" val="46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f"/>
  <p:tag name="KSO_WM_UNIT_INDEX" val="1_1_1"/>
  <p:tag name="KSO_WM_UNIT_ID" val="diagram20238311_1*l_h_f*1_1_1"/>
  <p:tag name="KSO_WM_TEMPLATE_CATEGORY" val="diagram"/>
  <p:tag name="KSO_WM_TEMPLATE_INDEX" val="20238311"/>
  <p:tag name="KSO_WM_UNIT_LAYERLEVEL" val="1_1_1"/>
  <p:tag name="KSO_WM_TAG_VERSION" val="3.0"/>
  <p:tag name="KSO_WM_BEAUTIFY_FLAG" val="#wm#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76.xml><?xml version="1.0" encoding="utf-8"?>
<p:tagLst xmlns:p="http://schemas.openxmlformats.org/presentationml/2006/main">
  <p:tag name="KSO_WM_DIAGRAM_MAX_ITEMCNT" val="2"/>
  <p:tag name="KSO_WM_DIAGRAM_MIN_ITEMCNT" val="2"/>
  <p:tag name="KSO_WM_DIAGRAM_VIRTUALLY_FRAME" val="{&quot;height&quot;:340.46441650390625,&quot;left&quot;:95.95275590551182,&quot;top&quot;:137.64850040946422,&quot;width&quot;:769.5872440944881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VERSION" val="3"/>
  <p:tag name="KSO_WM_DIAGRAM_COLOR_TRICK" val="1"/>
  <p:tag name="KSO_WM_DIAGRAM_COLOR_TEXT_CAN_REMOVE" val="n"/>
  <p:tag name="KSO_WM_UNIT_ISCONTENTSTITLE" val="0"/>
  <p:tag name="KSO_WM_UNIT_ISNUMDGMTITLE" val="0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a"/>
  <p:tag name="KSO_WM_UNIT_INDEX" val="1_1_1"/>
  <p:tag name="KSO_WM_UNIT_ID" val="diagram20238311_1*l_h_a*1_1_1"/>
  <p:tag name="KSO_WM_TEMPLATE_CATEGORY" val="diagram"/>
  <p:tag name="KSO_WM_TEMPLATE_INDEX" val="20238311"/>
  <p:tag name="KSO_WM_UNIT_LAYERLEVEL" val="1_1_1"/>
  <p:tag name="KSO_WM_TAG_VERSION" val="3.0"/>
  <p:tag name="KSO_WM_BEAUTIFY_FLAG" val="#wm#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77.xml><?xml version="1.0" encoding="utf-8"?>
<p:tagLst xmlns:p="http://schemas.openxmlformats.org/presentationml/2006/main">
  <p:tag name="KSO_WM_SPECIAL_SOURCE" val="bdnull"/>
  <p:tag name="KSO_WM_SLIDE_ID" val="diagram20238311_1"/>
  <p:tag name="KSO_WM_TEMPLATE_SUBCATEGORY" val="0"/>
  <p:tag name="KSO_WM_TEMPLATE_MASTER_TYPE" val="0"/>
  <p:tag name="KSO_WM_TEMPLATE_COLOR_TYPE" val="0"/>
  <p:tag name="KSO_WM_SLIDE_TYPE" val="text"/>
  <p:tag name="KSO_WM_SLIDE_SUBTYPE" val="diag"/>
  <p:tag name="KSO_WM_SLIDE_ITEM_CNT" val="2"/>
  <p:tag name="KSO_WM_SLIDE_INDEX" val="1"/>
  <p:tag name="KSO_WM_SLIDE_SIZE" val="769.587*340.464"/>
  <p:tag name="KSO_WM_SLIDE_POSITION" val="95.9528*137.648"/>
  <p:tag name="KSO_WM_DIAGRAM_GROUP_CODE" val="l1-1"/>
  <p:tag name="KSO_WM_SLIDE_DIAGTYPE" val="l"/>
  <p:tag name="KSO_WM_TAG_VERSION" val="3.0"/>
  <p:tag name="KSO_WM_BEAUTIFY_FLAG" val="#wm#"/>
  <p:tag name="KSO_WM_TEMPLATE_CATEGORY" val="diagram"/>
  <p:tag name="KSO_WM_TEMPLATE_INDEX" val="20238311"/>
  <p:tag name="KSO_WM_SLIDE_LAYOUT" val="a_l"/>
  <p:tag name="KSO_WM_SLIDE_LAYOUT_CNT" val="1_1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diagram20238178_4*a*1"/>
  <p:tag name="KSO_WM_TEMPLATE_CATEGORY" val="diagram"/>
  <p:tag name="KSO_WM_TEMPLATE_INDEX" val="20238178"/>
  <p:tag name="KSO_WM_UNIT_LAYERLEVEL" val="1"/>
  <p:tag name="KSO_WM_TAG_VERSION" val="3.0"/>
  <p:tag name="KSO_WM_BEAUTIFY_FLAG" val="#wm#"/>
  <p:tag name="KSO_WM_DIAGRAM_GROUP_CODE" val="n1-1"/>
  <p:tag name="KSO_WM_UNIT_PRESET_TEXT" val="Your title here"/>
  <p:tag name="KSO_WM_UNIT_TEXT_FILL_FORE_SCHEMECOLOR_INDEX" val="14"/>
  <p:tag name="KSO_WM_UNIT_TEXT_FILL_TYPE" val="1"/>
  <p:tag name="KSO_WM_UNIT_USESOURCEFORMAT_APPLY" val="1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178"/>
  <p:tag name="KSO_WM_UNIT_LAYERLEVEL" val="1_1_1"/>
  <p:tag name="KSO_WM_TAG_VERSION" val="3.0"/>
  <p:tag name="KSO_WM_UNIT_TYPE" val="n_h_i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30000001192092896},&quot;type&quot;:1},&quot;shadow&quot;:{&quot;brightness&quot;:0,&quot;colorType&quot;:1,&quot;foreColorIndex&quot;:5,&quot;transparency&quot;:0.60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8178_5*n_h_i*1_2_1"/>
  <p:tag name="KSO_WM_UNIT_INDEX" val="1_2_1"/>
  <p:tag name="KSO_WM_DIAGRAM_GROUP_CODE" val="n1-1"/>
  <p:tag name="KSO_WM_UNIT_LINE_FORE_SCHEMECOLOR_INDEX" val="6"/>
  <p:tag name="KSO_WM_UNIT_LINE_FILL_TYPE" val="2"/>
  <p:tag name="KSO_WM_UNIT_SHADOW_SCHEMECOLOR_INDEX" val="6"/>
  <p:tag name="KSO_WM_UNIT_TEXT_FILL_FORE_SCHEMECOLOR_INDEX" val="2"/>
  <p:tag name="KSO_WM_UNIT_TEXT_FILL_TYPE" val="1"/>
  <p:tag name="KSO_WM_UNIT_USESOURCEFORMAT_APPLY" val="1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178"/>
  <p:tag name="KSO_WM_UNIT_LAYERLEVEL" val="1_1_1"/>
  <p:tag name="KSO_WM_TAG_VERSION" val="3.0"/>
  <p:tag name="KSO_WM_UNIT_ISCONTENTSTITLE" val="0"/>
  <p:tag name="KSO_WM_UNIT_ISNUMDGMTITLE" val="0"/>
  <p:tag name="KSO_WM_UNIT_NOCLEAR" val="0"/>
  <p:tag name="KSO_WM_UNIT_VALUE" val="36"/>
  <p:tag name="KSO_WM_UNIT_TYPE" val="n_h_a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gradient&quot;:[{&quot;brightness&quot;:0,&quot;colorType&quot;:1,&quot;foreColorIndex&quot;:5,&quot;pos&quot;:0.4399999976158142,&quot;transparency&quot;:0},{&quot;brightness&quot;:0.6000000238418579,&quot;colorType&quot;:1,&quot;foreColorIndex&quot;:5,&quot;pos&quot;:0,&quot;transparency&quot;:0},{&quot;brightness&quot;:0,&quot;colorType&quot;:1,&quot;foreColorIndex&quot;:5,&quot;pos&quot;:0.6600000262260437,&quot;transparency&quot;:0},{&quot;brightness&quot;:0,&quot;colorType&quot;:1,&quot;foreColorIndex&quot;:5,&quot;pos&quot;:1,&quot;transparency&quot;:0}],&quot;type&quot;:3},&quot;glow&quot;:{&quot;colorType&quot;:0},&quot;line&quot;:{&quot;gradient&quot;:[{&quot;brightness&quot;:0.949999988079071,&quot;colorType&quot;:1,&quot;foreColorIndex&quot;:5,&quot;pos&quot;:0.3700000047683716,&quot;transparency&quot;:0},{&quot;brightness&quot;:0.550000011920929,&quot;colorType&quot;:1,&quot;foreColorIndex&quot;:5,&quot;pos&quot;:0,&quot;transparency&quot;:0},{&quot;brightness&quot;:0,&quot;colorType&quot;:1,&quot;foreColorIndex&quot;:14,&quot;pos&quot;:1,&quot;transparency&quot;:0},{&quot;brightness&quot;:0.699999988079071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8178_5*n_h_a*1_1_1"/>
  <p:tag name="KSO_WM_UNIT_INDEX" val="1_1_1"/>
  <p:tag name="KSO_WM_DIAGRAM_GROUP_CODE" val="n1-1"/>
  <p:tag name="KSO_WM_UNIT_PRESET_TEXT" val="Title"/>
  <p:tag name="KSO_WM_UNIT_FILL_TYPE" val="3"/>
  <p:tag name="KSO_WM_UNIT_LINE_FORE_SCHEMECOLOR_INDEX" val="5"/>
  <p:tag name="KSO_WM_UNIT_USESOURCEFORMAT_APPLY" val="1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178"/>
  <p:tag name="KSO_WM_UNIT_LAYERLEVEL" val="1_1_1"/>
  <p:tag name="KSO_WM_TAG_VERSION" val="3.0"/>
  <p:tag name="KSO_WM_UNIT_TYPE" val="n_h_i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type&quot;:0},&quot;glow&quot;:{&quot;colorType&quot;:0},&quot;line&quot;:{&quot;gradient&quot;:[{&quot;brightness&quot;:0,&quot;colorType&quot;:2,&quot;pos&quot;:0,&quot;rgb&quot;:&quot;#afc6ff&quot;,&quot;transparency&quot;:1},{&quot;brightness&quot;:0,&quot;colorType&quot;:2,&quot;pos&quot;:1,&quot;rgb&quot;:&quot;#376fff&quot;,&quot;transparency&quot;:1},{&quot;brightness&quot;:0,&quot;colorType&quot;:2,&quot;pos&quot;:0.5,&quot;rgb&quot;:&quot;#ffffff&quot;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ID" val="diagram20238178_5*n_h_i*1_1_3"/>
  <p:tag name="KSO_WM_UNIT_INDEX" val="1_1_3"/>
  <p:tag name="KSO_WM_DIAGRAM_GROUP_CODE" val="n1-1"/>
  <p:tag name="KSO_WM_UNIT_USESOURCEFORMAT_APPLY" val="1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178"/>
  <p:tag name="KSO_WM_UNIT_LAYERLEVEL" val="1_1_1"/>
  <p:tag name="KSO_WM_TAG_VERSION" val="3.0"/>
  <p:tag name="KSO_WM_UNIT_TYPE" val="n_h_i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type&quot;:0},&quot;glow&quot;:{&quot;colorType&quot;:0},&quot;line&quot;:{&quot;solidLine&quot;:{&quot;brightness&quot;:0.800000011920929,&quot;colorType&quot;:1,&quot;foreColorIndex&quot;:5,&quot;transparency&quot;:0.30000001192092896},&quot;type&quot;:1},&quot;shadow&quot;:{&quot;brightness&quot;:-0.15000000596046448,&quot;colorType&quot;:1,&quot;foreColorIndex&quot;:14,&quot;transparency&quot;:0.5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BEAUTIFY_FLAG" val="#wm#"/>
  <p:tag name="KSO_WM_UNIT_ID" val="diagram20238178_5*n_h_i*1_1_4"/>
  <p:tag name="KSO_WM_UNIT_INDEX" val="1_1_4"/>
  <p:tag name="KSO_WM_DIAGRAM_GROUP_CODE" val="n1-1"/>
  <p:tag name="KSO_WM_UNIT_LINE_FORE_SCHEMECOLOR_INDEX" val="5"/>
  <p:tag name="KSO_WM_UNIT_LINE_FILL_TYPE" val="2"/>
  <p:tag name="KSO_WM_UNIT_SHADOW_SCHEMECOLOR_INDEX" val="14"/>
  <p:tag name="KSO_WM_UNIT_USESOURCEFORMAT_APPLY" val="1"/>
</p:tagLst>
</file>

<file path=ppt/tags/tag83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TEMPLATE_CATEGORY" val="diagram"/>
  <p:tag name="KSO_WM_TEMPLATE_INDEX" val="20238178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8178_5*n_h_h_f*1_2_1_1"/>
  <p:tag name="KSO_WM_UNIT_INDEX" val="1_2_1_1"/>
  <p:tag name="KSO_WM_DIAGRAM_GROUP_CODE" val="n1-1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8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TEMPLATE_CATEGORY" val="diagram"/>
  <p:tag name="KSO_WM_TEMPLATE_INDEX" val="20238178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8178_5*n_h_h_f*1_2_6_1"/>
  <p:tag name="KSO_WM_UNIT_INDEX" val="1_2_6_1"/>
  <p:tag name="KSO_WM_DIAGRAM_GROUP_CODE" val="n1-1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178"/>
  <p:tag name="KSO_WM_UNIT_LAYERLEVEL" val="1_1_1_1"/>
  <p:tag name="KSO_WM_TAG_VERSION" val="3.0"/>
  <p:tag name="KSO_WM_UNIT_TYPE" val="n_h_h_i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3700000047683716,&quot;transparency&quot;:0},{&quot;brightness&quot;:0.550000011920929,&quot;colorType&quot;:1,&quot;foreColorIndex&quot;:5,&quot;pos&quot;:0,&quot;transparency&quot;:0},{&quot;brightness&quot;:0,&quot;colorType&quot;:1,&quot;foreColorIndex&quot;:5,&quot;pos&quot;:1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4"/>
  <p:tag name="KSO_WM_UNIT_FILL_FORE_SCHEMECOLOR_INDEX_BRIGHTNESS" val="0"/>
  <p:tag name="KSO_WM_UNIT_ID" val="diagram20238178_5*n_h_h_i*1_2_2_1"/>
  <p:tag name="KSO_WM_UNIT_INDEX" val="1_2_2_1"/>
  <p:tag name="KSO_WM_DIAGRAM_GROUP_CODE" val="n1-1"/>
  <p:tag name="KSO_WM_UNIT_LINE_FORE_SCHEMECOLOR_INDEX" val="6"/>
  <p:tag name="KSO_WM_UNIT_SHADOW_SCHEMECOLOR_INDEX" val="6"/>
  <p:tag name="KSO_WM_UNIT_TEXT_FILL_FORE_SCHEMECOLOR_INDEX" val="2"/>
  <p:tag name="KSO_WM_UNIT_TEXT_FILL_TYPE" val="1"/>
  <p:tag name="KSO_WM_UNIT_USESOURCEFORMAT_APPLY" val="1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178"/>
  <p:tag name="KSO_WM_UNIT_LAYERLEVEL" val="1_1_1_1"/>
  <p:tag name="KSO_WM_TAG_VERSION" val="3.0"/>
  <p:tag name="KSO_WM_UNIT_TYPE" val="n_h_h_i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gradient&quot;:[{&quot;brightness&quot;:0,&quot;colorType&quot;:1,&quot;foreColorIndex&quot;:5,&quot;pos&quot;:0.4399999976158142,&quot;transparency&quot;:0},{&quot;brightness&quot;:0.6000000238418579,&quot;colorType&quot;:1,&quot;foreColorIndex&quot;:5,&quot;pos&quot;:0,&quot;transparency&quot;:0},{&quot;brightness&quot;:0,&quot;colorType&quot;:1,&quot;foreColorIndex&quot;:5,&quot;pos&quot;:0.6600000262260437,&quot;transparency&quot;:0},{&quot;brightness&quot;:0,&quot;colorType&quot;:1,&quot;foreColorIndex&quot;:5,&quot;pos&quot;:1,&quot;transparency&quot;:0}],&quot;type&quot;:3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8178_5*n_h_h_i*1_2_2_2"/>
  <p:tag name="KSO_WM_UNIT_INDEX" val="1_2_2_2"/>
  <p:tag name="KSO_WM_DIAGRAM_GROUP_CODE" val="n1-1"/>
  <p:tag name="KSO_WM_UNIT_FILL_TYPE" val="3"/>
  <p:tag name="KSO_WM_UNIT_LINE_FORE_SCHEMECOLOR_INDEX" val="6"/>
  <p:tag name="KSO_WM_UNIT_SHADOW_SCHEMECOLOR_INDEX" val="6"/>
  <p:tag name="KSO_WM_UNIT_TEXT_FILL_FORE_SCHEMECOLOR_INDEX" val="2"/>
  <p:tag name="KSO_WM_UNIT_TEXT_FILL_TYPE" val="1"/>
  <p:tag name="KSO_WM_UNIT_USESOURCEFORMAT_APPLY" val="1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178"/>
  <p:tag name="KSO_WM_UNIT_LAYERLEVEL" val="1_1_1_1"/>
  <p:tag name="KSO_WM_TAG_VERSION" val="3.0"/>
  <p:tag name="KSO_WM_UNIT_TYPE" val="n_h_h_i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3700000047683716,&quot;transparency&quot;:0},{&quot;brightness&quot;:0.550000011920929,&quot;colorType&quot;:1,&quot;foreColorIndex&quot;:5,&quot;pos&quot;:0,&quot;transparency&quot;:0},{&quot;brightness&quot;:0,&quot;colorType&quot;:1,&quot;foreColorIndex&quot;:5,&quot;pos&quot;:1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4"/>
  <p:tag name="KSO_WM_UNIT_FILL_FORE_SCHEMECOLOR_INDEX_BRIGHTNESS" val="0"/>
  <p:tag name="KSO_WM_UNIT_ID" val="diagram20238178_5*n_h_h_i*1_2_5_1"/>
  <p:tag name="KSO_WM_UNIT_INDEX" val="1_2_5_1"/>
  <p:tag name="KSO_WM_DIAGRAM_GROUP_CODE" val="n1-1"/>
  <p:tag name="KSO_WM_UNIT_LINE_FORE_SCHEMECOLOR_INDEX" val="9"/>
  <p:tag name="KSO_WM_UNIT_SHADOW_SCHEMECOLOR_INDEX" val="9"/>
  <p:tag name="KSO_WM_UNIT_TEXT_FILL_FORE_SCHEMECOLOR_INDEX" val="2"/>
  <p:tag name="KSO_WM_UNIT_TEXT_FILL_TYPE" val="1"/>
  <p:tag name="KSO_WM_UNIT_USESOURCEFORMAT_APPLY" val="1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178"/>
  <p:tag name="KSO_WM_UNIT_LAYERLEVEL" val="1_1_1_1"/>
  <p:tag name="KSO_WM_TAG_VERSION" val="3.0"/>
  <p:tag name="KSO_WM_UNIT_TYPE" val="n_h_h_i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gradient&quot;:[{&quot;brightness&quot;:0,&quot;colorType&quot;:1,&quot;foreColorIndex&quot;:5,&quot;pos&quot;:0.4399999976158142,&quot;transparency&quot;:0},{&quot;brightness&quot;:0.6000000238418579,&quot;colorType&quot;:1,&quot;foreColorIndex&quot;:5,&quot;pos&quot;:0,&quot;transparency&quot;:0},{&quot;brightness&quot;:0,&quot;colorType&quot;:1,&quot;foreColorIndex&quot;:5,&quot;pos&quot;:0.6600000262260437,&quot;transparency&quot;:0},{&quot;brightness&quot;:0,&quot;colorType&quot;:1,&quot;foreColorIndex&quot;:5,&quot;pos&quot;:1,&quot;transparency&quot;:0}],&quot;type&quot;:3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8178_5*n_h_h_i*1_2_5_2"/>
  <p:tag name="KSO_WM_UNIT_INDEX" val="1_2_5_2"/>
  <p:tag name="KSO_WM_DIAGRAM_GROUP_CODE" val="n1-1"/>
  <p:tag name="KSO_WM_UNIT_FILL_TYPE" val="3"/>
  <p:tag name="KSO_WM_UNIT_LINE_FORE_SCHEMECOLOR_INDEX" val="9"/>
  <p:tag name="KSO_WM_UNIT_SHADOW_SCHEMECOLOR_INDEX" val="9"/>
  <p:tag name="KSO_WM_UNIT_TEXT_FILL_FORE_SCHEMECOLOR_INDEX" val="2"/>
  <p:tag name="KSO_WM_UNIT_TEXT_FILL_TYPE" val="1"/>
  <p:tag name="KSO_WM_UNIT_USESOURCEFORMAT_APPLY" val="1"/>
</p:tagLst>
</file>

<file path=ppt/tags/tag8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TEMPLATE_CATEGORY" val="diagram"/>
  <p:tag name="KSO_WM_TEMPLATE_INDEX" val="20238178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8178_5*n_h_h_f*1_2_2_1"/>
  <p:tag name="KSO_WM_UNIT_INDEX" val="1_2_2_1"/>
  <p:tag name="KSO_WM_DIAGRAM_GROUP_CODE" val="n1-1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90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TEMPLATE_CATEGORY" val="diagram"/>
  <p:tag name="KSO_WM_TEMPLATE_INDEX" val="20238178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8178_5*n_h_h_f*1_2_5_1"/>
  <p:tag name="KSO_WM_UNIT_INDEX" val="1_2_5_1"/>
  <p:tag name="KSO_WM_DIAGRAM_GROUP_CODE" val="n1-1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178"/>
  <p:tag name="KSO_WM_UNIT_LAYERLEVEL" val="1_1_1_1"/>
  <p:tag name="KSO_WM_TAG_VERSION" val="3.0"/>
  <p:tag name="KSO_WM_UNIT_TYPE" val="n_h_h_i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3700000047683716,&quot;transparency&quot;:0},{&quot;brightness&quot;:0.550000011920929,&quot;colorType&quot;:1,&quot;foreColorIndex&quot;:5,&quot;pos&quot;:0,&quot;transparency&quot;:0},{&quot;brightness&quot;:0,&quot;colorType&quot;:1,&quot;foreColorIndex&quot;:5,&quot;pos&quot;:1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4"/>
  <p:tag name="KSO_WM_UNIT_FILL_FORE_SCHEMECOLOR_INDEX_BRIGHTNESS" val="0"/>
  <p:tag name="KSO_WM_UNIT_ID" val="diagram20238178_5*n_h_h_i*1_2_1_1"/>
  <p:tag name="KSO_WM_UNIT_INDEX" val="1_2_1_1"/>
  <p:tag name="KSO_WM_DIAGRAM_GROUP_CODE" val="n1-1"/>
  <p:tag name="KSO_WM_UNIT_LINE_FORE_SCHEMECOLOR_INDEX" val="5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178"/>
  <p:tag name="KSO_WM_UNIT_LAYERLEVEL" val="1_1_1_1"/>
  <p:tag name="KSO_WM_TAG_VERSION" val="3.0"/>
  <p:tag name="KSO_WM_UNIT_TYPE" val="n_h_h_i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gradient&quot;:[{&quot;brightness&quot;:0,&quot;colorType&quot;:1,&quot;foreColorIndex&quot;:5,&quot;pos&quot;:0.4399999976158142,&quot;transparency&quot;:0},{&quot;brightness&quot;:0.6000000238418579,&quot;colorType&quot;:1,&quot;foreColorIndex&quot;:5,&quot;pos&quot;:0,&quot;transparency&quot;:0},{&quot;brightness&quot;:0,&quot;colorType&quot;:1,&quot;foreColorIndex&quot;:5,&quot;pos&quot;:0.6600000262260437,&quot;transparency&quot;:0},{&quot;brightness&quot;:0,&quot;colorType&quot;:1,&quot;foreColorIndex&quot;:5,&quot;pos&quot;:1,&quot;transparency&quot;:0}],&quot;type&quot;:3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8178_5*n_h_h_i*1_2_1_2"/>
  <p:tag name="KSO_WM_UNIT_INDEX" val="1_2_1_2"/>
  <p:tag name="KSO_WM_DIAGRAM_GROUP_CODE" val="n1-1"/>
  <p:tag name="KSO_WM_UNIT_FILL_TYPE" val="3"/>
  <p:tag name="KSO_WM_UNIT_LINE_FORE_SCHEMECOLOR_INDEX" val="5"/>
  <p:tag name="KSO_WM_UNIT_SHADOW_SCHEMECOLOR_INDEX" val="5"/>
  <p:tag name="KSO_WM_UNIT_TEXT_FILL_FORE_SCHEMECOLOR_INDEX" val="2"/>
  <p:tag name="KSO_WM_UNIT_TEXT_FILL_TYPE" val="1"/>
  <p:tag name="KSO_WM_UNIT_USESOURCEFORMAT_APPLY" val="1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178"/>
  <p:tag name="KSO_WM_UNIT_LAYERLEVEL" val="1_1_1_1"/>
  <p:tag name="KSO_WM_TAG_VERSION" val="3.0"/>
  <p:tag name="KSO_WM_UNIT_TYPE" val="n_h_h_i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3700000047683716,&quot;transparency&quot;:0},{&quot;brightness&quot;:0.550000011920929,&quot;colorType&quot;:1,&quot;foreColorIndex&quot;:5,&quot;pos&quot;:0,&quot;transparency&quot;:0},{&quot;brightness&quot;:0,&quot;colorType&quot;:1,&quot;foreColorIndex&quot;:5,&quot;pos&quot;:1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4"/>
  <p:tag name="KSO_WM_UNIT_FILL_FORE_SCHEMECOLOR_INDEX_BRIGHTNESS" val="0"/>
  <p:tag name="KSO_WM_UNIT_ID" val="diagram20238178_5*n_h_h_i*1_2_6_1"/>
  <p:tag name="KSO_WM_UNIT_INDEX" val="1_2_6_1"/>
  <p:tag name="KSO_WM_DIAGRAM_GROUP_CODE" val="n1-1"/>
  <p:tag name="KSO_WM_UNIT_LINE_FORE_SCHEMECOLOR_INDEX" val="10"/>
  <p:tag name="KSO_WM_UNIT_SHADOW_SCHEMECOLOR_INDEX" val="10"/>
  <p:tag name="KSO_WM_UNIT_TEXT_FILL_FORE_SCHEMECOLOR_INDEX" val="2"/>
  <p:tag name="KSO_WM_UNIT_TEXT_FILL_TYPE" val="1"/>
  <p:tag name="KSO_WM_UNIT_USESOURCEFORMAT_APPLY" val="1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178"/>
  <p:tag name="KSO_WM_UNIT_LAYERLEVEL" val="1_1_1_1"/>
  <p:tag name="KSO_WM_TAG_VERSION" val="3.0"/>
  <p:tag name="KSO_WM_UNIT_TYPE" val="n_h_h_i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gradient&quot;:[{&quot;brightness&quot;:0,&quot;colorType&quot;:1,&quot;foreColorIndex&quot;:5,&quot;pos&quot;:0.4399999976158142,&quot;transparency&quot;:0},{&quot;brightness&quot;:0.6000000238418579,&quot;colorType&quot;:1,&quot;foreColorIndex&quot;:5,&quot;pos&quot;:0,&quot;transparency&quot;:0},{&quot;brightness&quot;:0,&quot;colorType&quot;:1,&quot;foreColorIndex&quot;:5,&quot;pos&quot;:0.6600000262260437,&quot;transparency&quot;:0},{&quot;brightness&quot;:0,&quot;colorType&quot;:1,&quot;foreColorIndex&quot;:5,&quot;pos&quot;:1,&quot;transparency&quot;:0}],&quot;type&quot;:3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8178_5*n_h_h_i*1_2_6_2"/>
  <p:tag name="KSO_WM_UNIT_INDEX" val="1_2_6_2"/>
  <p:tag name="KSO_WM_DIAGRAM_GROUP_CODE" val="n1-1"/>
  <p:tag name="KSO_WM_UNIT_FILL_TYPE" val="3"/>
  <p:tag name="KSO_WM_UNIT_LINE_FORE_SCHEMECOLOR_INDEX" val="10"/>
  <p:tag name="KSO_WM_UNIT_SHADOW_SCHEMECOLOR_INDEX" val="10"/>
  <p:tag name="KSO_WM_UNIT_TEXT_FILL_FORE_SCHEMECOLOR_INDEX" val="2"/>
  <p:tag name="KSO_WM_UNIT_TEXT_FILL_TYPE" val="1"/>
  <p:tag name="KSO_WM_UNIT_USESOURCEFORMAT_APPLY" val="1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178"/>
  <p:tag name="KSO_WM_UNIT_LAYERLEVEL" val="1_1_1_1"/>
  <p:tag name="KSO_WM_TAG_VERSION" val="3.0"/>
  <p:tag name="KSO_WM_UNIT_TYPE" val="n_h_h_x"/>
  <p:tag name="KSO_WM_DIAGRAM_VERSION" val="3"/>
  <p:tag name="KSO_WM_DIAGRAM_COLOR_TRICK" val="1"/>
  <p:tag name="KSO_WM_DIAGRAM_COLOR_TEXT_CAN_REMOVE" val="n"/>
  <p:tag name="KSO_WM_UNIT_VALUE" val="72*72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FORE_SCHEMECOLOR_INDEX" val="14"/>
  <p:tag name="KSO_WM_UNIT_FILL_FORE_SCHEMECOLOR_INDEX_BRIGHTNESS" val="0"/>
  <p:tag name="KSO_WM_UNIT_ID" val="diagram20238178_5*n_h_h_x*1_2_6_3"/>
  <p:tag name="KSO_WM_UNIT_INDEX" val="1_2_6_3"/>
  <p:tag name="KSO_WM_DIAGRAM_GROUP_CODE" val="n1-1"/>
  <p:tag name="KSO_WM_UNIT_USESOURCEFORMAT_APPLY" val="1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178"/>
  <p:tag name="KSO_WM_UNIT_LAYERLEVEL" val="1_1_1_1"/>
  <p:tag name="KSO_WM_TAG_VERSION" val="3.0"/>
  <p:tag name="KSO_WM_UNIT_TYPE" val="n_h_h_i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3700000047683716,&quot;transparency&quot;:0},{&quot;brightness&quot;:0.550000011920929,&quot;colorType&quot;:1,&quot;foreColorIndex&quot;:5,&quot;pos&quot;:0,&quot;transparency&quot;:0},{&quot;brightness&quot;:0,&quot;colorType&quot;:1,&quot;foreColorIndex&quot;:5,&quot;pos&quot;:1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4"/>
  <p:tag name="KSO_WM_UNIT_FILL_FORE_SCHEMECOLOR_INDEX_BRIGHTNESS" val="0"/>
  <p:tag name="KSO_WM_UNIT_ID" val="diagram20238178_5*n_h_h_i*1_2_4_1"/>
  <p:tag name="KSO_WM_UNIT_INDEX" val="1_2_4_1"/>
  <p:tag name="KSO_WM_DIAGRAM_GROUP_CODE" val="n1-1"/>
  <p:tag name="KSO_WM_UNIT_LINE_FORE_SCHEMECOLOR_INDEX" val="8"/>
  <p:tag name="KSO_WM_UNIT_SHADOW_SCHEMECOLOR_INDEX" val="8"/>
  <p:tag name="KSO_WM_UNIT_TEXT_FILL_FORE_SCHEMECOLOR_INDEX" val="2"/>
  <p:tag name="KSO_WM_UNIT_TEXT_FILL_TYPE" val="1"/>
  <p:tag name="KSO_WM_UNIT_USESOURCEFORMAT_APPLY" val="1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178"/>
  <p:tag name="KSO_WM_UNIT_LAYERLEVEL" val="1_1_1_1"/>
  <p:tag name="KSO_WM_TAG_VERSION" val="3.0"/>
  <p:tag name="KSO_WM_UNIT_TYPE" val="n_h_h_i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gradient&quot;:[{&quot;brightness&quot;:0,&quot;colorType&quot;:1,&quot;foreColorIndex&quot;:5,&quot;pos&quot;:0.4399999976158142,&quot;transparency&quot;:0},{&quot;brightness&quot;:0.6000000238418579,&quot;colorType&quot;:1,&quot;foreColorIndex&quot;:5,&quot;pos&quot;:0,&quot;transparency&quot;:0},{&quot;brightness&quot;:0,&quot;colorType&quot;:1,&quot;foreColorIndex&quot;:5,&quot;pos&quot;:0.6600000262260437,&quot;transparency&quot;:0},{&quot;brightness&quot;:0,&quot;colorType&quot;:1,&quot;foreColorIndex&quot;:5,&quot;pos&quot;:1,&quot;transparency&quot;:0}],&quot;type&quot;:3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8178_5*n_h_h_i*1_2_4_2"/>
  <p:tag name="KSO_WM_UNIT_INDEX" val="1_2_4_2"/>
  <p:tag name="KSO_WM_DIAGRAM_GROUP_CODE" val="n1-1"/>
  <p:tag name="KSO_WM_UNIT_FILL_TYPE" val="3"/>
  <p:tag name="KSO_WM_UNIT_LINE_FORE_SCHEMECOLOR_INDEX" val="8"/>
  <p:tag name="KSO_WM_UNIT_SHADOW_SCHEMECOLOR_INDEX" val="8"/>
  <p:tag name="KSO_WM_UNIT_TEXT_FILL_FORE_SCHEMECOLOR_INDEX" val="2"/>
  <p:tag name="KSO_WM_UNIT_TEXT_FILL_TYPE" val="1"/>
  <p:tag name="KSO_WM_UNIT_USESOURCEFORMAT_APPLY" val="1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178"/>
  <p:tag name="KSO_WM_UNIT_LAYERLEVEL" val="1_1_1_1"/>
  <p:tag name="KSO_WM_TAG_VERSION" val="3.0"/>
  <p:tag name="KSO_WM_UNIT_TYPE" val="n_h_h_x"/>
  <p:tag name="KSO_WM_DIAGRAM_VERSION" val="3"/>
  <p:tag name="KSO_WM_DIAGRAM_COLOR_TRICK" val="1"/>
  <p:tag name="KSO_WM_DIAGRAM_COLOR_TEXT_CAN_REMOVE" val="n"/>
  <p:tag name="KSO_WM_UNIT_VALUE" val="52*82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FORE_SCHEMECOLOR_INDEX" val="14"/>
  <p:tag name="KSO_WM_UNIT_FILL_FORE_SCHEMECOLOR_INDEX_BRIGHTNESS" val="0"/>
  <p:tag name="KSO_WM_UNIT_ID" val="diagram20238178_5*n_h_h_x*1_2_4_1"/>
  <p:tag name="KSO_WM_UNIT_INDEX" val="1_2_4_1"/>
  <p:tag name="KSO_WM_DIAGRAM_GROUP_CODE" val="n1-1"/>
  <p:tag name="KSO_WM_UNIT_USESOURCEFORMAT_APPLY" val="1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178"/>
  <p:tag name="KSO_WM_UNIT_LAYERLEVEL" val="1_1_1_1"/>
  <p:tag name="KSO_WM_TAG_VERSION" val="3.0"/>
  <p:tag name="KSO_WM_UNIT_TYPE" val="n_h_h_i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.3700000047683716,&quot;transparency&quot;:0},{&quot;brightness&quot;:0.550000011920929,&quot;colorType&quot;:1,&quot;foreColorIndex&quot;:5,&quot;pos&quot;:0,&quot;transparency&quot;:0},{&quot;brightness&quot;:0,&quot;colorType&quot;:1,&quot;foreColorIndex&quot;:5,&quot;pos&quot;:1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4"/>
  <p:tag name="KSO_WM_UNIT_FILL_FORE_SCHEMECOLOR_INDEX_BRIGHTNESS" val="0"/>
  <p:tag name="KSO_WM_UNIT_ID" val="diagram20238178_5*n_h_h_i*1_2_3_1"/>
  <p:tag name="KSO_WM_UNIT_INDEX" val="1_2_3_1"/>
  <p:tag name="KSO_WM_DIAGRAM_GROUP_CODE" val="n1-1"/>
  <p:tag name="KSO_WM_UNIT_LINE_FORE_SCHEMECOLOR_INDEX" val="7"/>
  <p:tag name="KSO_WM_UNIT_SHADOW_SCHEMECOLOR_INDEX" val="7"/>
  <p:tag name="KSO_WM_UNIT_TEXT_FILL_FORE_SCHEMECOLOR_INDEX" val="2"/>
  <p:tag name="KSO_WM_UNIT_TEXT_FILL_TYPE" val="1"/>
  <p:tag name="KSO_WM_UNIT_USESOURCEFORMAT_APPLY" val="1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178"/>
  <p:tag name="KSO_WM_UNIT_LAYERLEVEL" val="1_1_1_1"/>
  <p:tag name="KSO_WM_TAG_VERSION" val="3.0"/>
  <p:tag name="KSO_WM_UNIT_TYPE" val="n_h_h_i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gradient&quot;:[{&quot;brightness&quot;:0,&quot;colorType&quot;:1,&quot;foreColorIndex&quot;:5,&quot;pos&quot;:0.4399999976158142,&quot;transparency&quot;:0},{&quot;brightness&quot;:0.6000000238418579,&quot;colorType&quot;:1,&quot;foreColorIndex&quot;:5,&quot;pos&quot;:0,&quot;transparency&quot;:0},{&quot;brightness&quot;:0,&quot;colorType&quot;:1,&quot;foreColorIndex&quot;:5,&quot;pos&quot;:0.6600000262260437,&quot;transparency&quot;:0},{&quot;brightness&quot;:0,&quot;colorType&quot;:1,&quot;foreColorIndex&quot;:5,&quot;pos&quot;:1,&quot;transparency&quot;:0}],&quot;type&quot;:3},&quot;glow&quot;:{&quot;colorType&quot;:0},&quot;line&quot;:{&quot;gradient&quot;:[{&quot;brightness&quot;:0,&quot;colorType&quot;:2,&quot;pos&quot;:0.3700000047683716,&quot;rgb&quot;:&quot;#ffffff&quot;,&quot;transparency&quot;:0},{&quot;brightness&quot;:0.550000011920929,&quot;colorType&quot;:1,&quot;foreColorIndex&quot;:5,&quot;pos&quot;:0,&quot;transparency&quot;:0},{&quot;brightness&quot;:0,&quot;colorType&quot;:2,&quot;pos&quot;:1,&quot;rgb&quot;:&quot;#ffffff&quot;,&quot;transparency&quot;:0},{&quot;brightness&quot;:0.699999988079071,&quot;colorType&quot;:1,&quot;foreColorIndex&quot;:5,&quot;pos&quot;:0.7099999785423279,&quot;transparency&quot;:0}],&quot;type&quot;:2},&quot;shadow&quot;:{&quot;brightness&quot;:0,&quot;colorType&quot;:1,&quot;foreColorIndex&quot;:5,&quot;transparency&quot;:0.8500000238418579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8178_5*n_h_h_i*1_2_3_2"/>
  <p:tag name="KSO_WM_UNIT_INDEX" val="1_2_3_2"/>
  <p:tag name="KSO_WM_DIAGRAM_GROUP_CODE" val="n1-1"/>
  <p:tag name="KSO_WM_UNIT_FILL_TYPE" val="3"/>
  <p:tag name="KSO_WM_UNIT_LINE_FORE_SCHEMECOLOR_INDEX" val="7"/>
  <p:tag name="KSO_WM_UNIT_SHADOW_SCHEMECOLOR_INDEX" val="7"/>
  <p:tag name="KSO_WM_UNIT_USESOURCEFORMAT_APPLY" val="1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178"/>
  <p:tag name="KSO_WM_UNIT_LAYERLEVEL" val="1_1_1_1"/>
  <p:tag name="KSO_WM_TAG_VERSION" val="3.0"/>
  <p:tag name="KSO_WM_UNIT_TYPE" val="n_h_h_x"/>
  <p:tag name="KSO_WM_DIAGRAM_VERSION" val="3"/>
  <p:tag name="KSO_WM_DIAGRAM_COLOR_TRICK" val="1"/>
  <p:tag name="KSO_WM_DIAGRAM_COLOR_TEXT_CAN_REMOVE" val="n"/>
  <p:tag name="KSO_WM_UNIT_VALUE" val="76*78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FORE_SCHEMECOLOR_INDEX" val="14"/>
  <p:tag name="KSO_WM_UNIT_FILL_FORE_SCHEMECOLOR_INDEX_BRIGHTNESS" val="0"/>
  <p:tag name="KSO_WM_UNIT_ID" val="diagram20238178_5*n_h_h_x*1_2_3_1"/>
  <p:tag name="KSO_WM_UNIT_INDEX" val="1_2_3_1"/>
  <p:tag name="KSO_WM_DIAGRAM_GROUP_CODE" val="n1-1"/>
  <p:tag name="KSO_WM_UNIT_USESOURCEFORMAT_APPLY" val="1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178"/>
  <p:tag name="KSO_WM_UNIT_LAYERLEVEL" val="1_1_1_1"/>
  <p:tag name="KSO_WM_TAG_VERSION" val="3.0"/>
  <p:tag name="KSO_WM_UNIT_TYPE" val="n_h_h_x"/>
  <p:tag name="KSO_WM_DIAGRAM_VERSION" val="3"/>
  <p:tag name="KSO_WM_DIAGRAM_COLOR_TRICK" val="1"/>
  <p:tag name="KSO_WM_DIAGRAM_COLOR_TEXT_CAN_REMOVE" val="n"/>
  <p:tag name="KSO_WM_UNIT_VALUE" val="65*71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FORE_SCHEMECOLOR_INDEX" val="14"/>
  <p:tag name="KSO_WM_UNIT_FILL_FORE_SCHEMECOLOR_INDEX_BRIGHTNESS" val="0"/>
  <p:tag name="KSO_WM_UNIT_ID" val="diagram20238178_5*n_h_h_x*1_2_5_1"/>
  <p:tag name="KSO_WM_UNIT_INDEX" val="1_2_5_1"/>
  <p:tag name="KSO_WM_DIAGRAM_GROUP_CODE" val="n1-1"/>
  <p:tag name="KSO_WM_UNIT_USESOURCEFORMAT_APPLY" val="1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TEMPLATE_CATEGORY" val="diagram"/>
  <p:tag name="KSO_WM_TEMPLATE_INDEX" val="20238178"/>
  <p:tag name="KSO_WM_UNIT_LAYERLEVEL" val="1_1_1_1"/>
  <p:tag name="KSO_WM_TAG_VERSION" val="3.0"/>
  <p:tag name="KSO_WM_UNIT_TYPE" val="n_h_h_x"/>
  <p:tag name="KSO_WM_DIAGRAM_VERSION" val="3"/>
  <p:tag name="KSO_WM_DIAGRAM_COLOR_TRICK" val="1"/>
  <p:tag name="KSO_WM_DIAGRAM_COLOR_TEXT_CAN_REMOVE" val="n"/>
  <p:tag name="KSO_WM_UNIT_VALUE" val="84*72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FORE_SCHEMECOLOR_INDEX" val="14"/>
  <p:tag name="KSO_WM_UNIT_FILL_FORE_SCHEMECOLOR_INDEX_BRIGHTNESS" val="0"/>
  <p:tag name="KSO_WM_UNIT_ID" val="diagram20238178_5*n_h_h_x*1_2_2_1"/>
  <p:tag name="KSO_WM_UNIT_INDEX" val="1_2_2_1"/>
  <p:tag name="KSO_WM_DIAGRAM_GROUP_CODE" val="n1-1"/>
  <p:tag name="KSO_WM_UNIT_USESOURCEFORMAT_APPLY" val="1"/>
</p:tagLst>
</file>

<file path=ppt/tags/tag10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TEMPLATE_CATEGORY" val="diagram"/>
  <p:tag name="KSO_WM_TEMPLATE_INDEX" val="20238178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8178_5*n_h_h_f*1_2_3_1"/>
  <p:tag name="KSO_WM_UNIT_INDEX" val="1_2_3_1"/>
  <p:tag name="KSO_WM_DIAGRAM_GROUP_CODE" val="n1-1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10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n_h_h_f"/>
  <p:tag name="KSO_WM_TEMPLATE_CATEGORY" val="diagram"/>
  <p:tag name="KSO_WM_TEMPLATE_INDEX" val="20238178"/>
  <p:tag name="KSO_WM_UNIT_LAYERLEVEL" val="1_1_1_1"/>
  <p:tag name="KSO_WM_TAG_VERSION" val="3.0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8178_5*n_h_h_f*1_2_4_1"/>
  <p:tag name="KSO_WM_UNIT_INDEX" val="1_2_4_1"/>
  <p:tag name="KSO_WM_DIAGRAM_GROUP_CODE" val="n1-1"/>
  <p:tag name="KSO_WM_UNIT_PRESET_TEXT" val="Click here to add text"/>
  <p:tag name="KSO_WM_UNIT_TEXT_FILL_FORE_SCHEMECOLOR_INDEX" val="1"/>
  <p:tag name="KSO_WM_UNIT_TEXT_FILL_TYPE" val="1"/>
  <p:tag name="KSO_WM_UNIT_USESOURCEFORMAT_APPLY" val="1"/>
</p:tagLst>
</file>

<file path=ppt/tags/tag106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VALUE" val="80*69"/>
  <p:tag name="KSO_WM_UNIT_HIGHLIGHT" val="0"/>
  <p:tag name="KSO_WM_UNIT_COMPATIBLE" val="0"/>
  <p:tag name="KSO_WM_UNIT_DIAGRAM_ISNUMVISUAL" val="0"/>
  <p:tag name="KSO_WM_UNIT_DIAGRAM_ISREFERUNIT" val="0"/>
  <p:tag name="KSO_WM_UNIT_TYPE" val="n_h_h_x"/>
  <p:tag name="KSO_WM_TEMPLATE_CATEGORY" val="diagram"/>
  <p:tag name="KSO_WM_TEMPLATE_INDEX" val="20238178"/>
  <p:tag name="KSO_WM_UNIT_LAYERLEVEL" val="1_1_1_1"/>
  <p:tag name="KSO_WM_TAG_VERSION" val="3.0"/>
  <p:tag name="KSO_WM_BEAUTIFY_FLAG" val="#wm#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2,&quot;rgb&quot;:&quot;#ffffff&quot;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ID" val="diagram20238178_5*n_h_h_x*1_2_1_1"/>
  <p:tag name="KSO_WM_UNIT_INDEX" val="1_2_1_1"/>
  <p:tag name="KSO_WM_DIAGRAM_GROUP_CODE" val="n1-1"/>
  <p:tag name="KSO_WM_UNIT_USESOURCEFORMAT_APPLY" val="1"/>
</p:tagLst>
</file>

<file path=ppt/tags/tag107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UNIT_TYPE" val="n_h_i"/>
  <p:tag name="KSO_WM_TEMPLATE_CATEGORY" val="diagram"/>
  <p:tag name="KSO_WM_TEMPLATE_INDEX" val="20238178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solid&quot;:{&quot;brightness&quot;:0.800000011920929,&quot;colorType&quot;:1,&quot;foreColorIndex&quot;:5,&quot;transparency&quot;:0.6499999761581421},&quot;type&quot;:1},&quot;glow&quot;:{&quot;colorType&quot;:0},&quot;line&quot;:{&quot;gradient&quot;:[{&quot;brightness&quot;:0.949999988079071,&quot;colorType&quot;:1,&quot;foreColorIndex&quot;:5,&quot;pos&quot;:0.3700000047683716,&quot;transparency&quot;:0},{&quot;brightness&quot;:0.49000000953674316,&quot;colorType&quot;:1,&quot;foreColorIndex&quot;:5,&quot;pos&quot;:0,&quot;transparency&quot;:0},{&quot;brightness&quot;:0,&quot;colorType&quot;:1,&quot;foreColorIndex&quot;:14,&quot;pos&quot;:1,&quot;transparency&quot;:0},{&quot;brightness&quot;:0.699999988079071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ID" val="diagram20238178_5*n_h_i*1_1_1"/>
  <p:tag name="KSO_WM_UNIT_INDEX" val="1_1_1"/>
  <p:tag name="KSO_WM_DIAGRAM_GROUP_CODE" val="n1-1"/>
  <p:tag name="KSO_WM_UNIT_FILL_TYPE" val="1"/>
  <p:tag name="KSO_WM_UNIT_FILL_FORE_SCHEMECOLOR_INDEX" val="5"/>
  <p:tag name="KSO_WM_UNIT_FILL_FORE_SCHEMECOLOR_INDEX_BRIGHTNESS" val="0.8"/>
  <p:tag name="KSO_WM_UNIT_LINE_FORE_SCHEMECOLOR_INDEX" val="5"/>
  <p:tag name="KSO_WM_UNIT_TEXT_FILL_FORE_SCHEMECOLOR_INDEX" val="2"/>
  <p:tag name="KSO_WM_UNIT_TEXT_FILL_TYPE" val="1"/>
  <p:tag name="KSO_WM_UNIT_USESOURCEFORMAT_APPLY" val="1"/>
</p:tagLst>
</file>

<file path=ppt/tags/tag108.xml><?xml version="1.0" encoding="utf-8"?>
<p:tagLst xmlns:p="http://schemas.openxmlformats.org/presentationml/2006/main">
  <p:tag name="KSO_WM_DIAGRAM_VERSION" val="3"/>
  <p:tag name="KSO_WM_DIAGRAM_COLOR_TRICK" val="1"/>
  <p:tag name="KSO_WM_DIAGRAM_COLOR_TEXT_CAN_REMOVE" val="n"/>
  <p:tag name="KSO_WM_UNIT_HIGHLIGHT" val="0"/>
  <p:tag name="KSO_WM_UNIT_COMPATIBLE" val="0"/>
  <p:tag name="KSO_WM_UNIT_DIAGRAM_ISNUMVISUAL" val="0"/>
  <p:tag name="KSO_WM_UNIT_DIAGRAM_ISREFERUNIT" val="0"/>
  <p:tag name="KSO_WM_UNIT_TYPE" val="n_h_i"/>
  <p:tag name="KSO_WM_TEMPLATE_CATEGORY" val="diagram"/>
  <p:tag name="KSO_WM_TEMPLATE_INDEX" val="20238178"/>
  <p:tag name="KSO_WM_UNIT_LAYERLEVEL" val="1_1_1"/>
  <p:tag name="KSO_WM_TAG_VERSION" val="3.0"/>
  <p:tag name="KSO_WM_DIAGRAM_MAX_ITEMCNT" val="6"/>
  <p:tag name="KSO_WM_DIAGRAM_MIN_ITEMCNT" val="2"/>
  <p:tag name="KSO_WM_DIAGRAM_VIRTUALLY_FRAME" val="{&quot;height&quot;:382.2201132177079,&quot;left&quot;:55,&quot;top&quot;:125.43994339114604,&quot;width&quot;:849.85}"/>
  <p:tag name="KSO_WM_DIAGRAM_COLOR_MATCH_VALUE" val="{&quot;shape&quot;:{&quot;fill&quot;:{&quot;type&quot;:0},&quot;glow&quot;:{&quot;colorType&quot;:0},&quot;line&quot;:{&quot;gradient&quot;:[{&quot;brightness&quot;:0.949999988079071,&quot;colorType&quot;:1,&quot;foreColorIndex&quot;:5,&quot;pos&quot;:0.3700000047683716,&quot;transparency&quot;:0},{&quot;brightness&quot;:0.49000000953674316,&quot;colorType&quot;:1,&quot;foreColorIndex&quot;:5,&quot;pos&quot;:0,&quot;transparency&quot;:0},{&quot;brightness&quot;:0,&quot;colorType&quot;:1,&quot;foreColorIndex&quot;:14,&quot;pos&quot;:1,&quot;transparency&quot;:0},{&quot;brightness&quot;:0.699999988079071,&quot;colorType&quot;:1,&quot;foreColorIndex&quot;:5,&quot;pos&quot;:0.7099999785423279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UNIT_FILL_TYPE" val="1"/>
  <p:tag name="KSO_WM_UNIT_FILL_FORE_SCHEMECOLOR_INDEX" val="14"/>
  <p:tag name="KSO_WM_UNIT_FILL_FORE_SCHEMECOLOR_INDEX_BRIGHTNESS" val="0"/>
  <p:tag name="KSO_WM_UNIT_ID" val="diagram20238178_5*n_h_i*1_1_2"/>
  <p:tag name="KSO_WM_UNIT_INDEX" val="1_1_2"/>
  <p:tag name="KSO_WM_DIAGRAM_GROUP_CODE" val="n1-1"/>
  <p:tag name="KSO_WM_UNIT_LINE_FORE_SCHEMECOLOR_INDEX" val="5"/>
  <p:tag name="KSO_WM_UNIT_TEXT_FILL_FORE_SCHEMECOLOR_INDEX" val="2"/>
  <p:tag name="KSO_WM_UNIT_TEXT_FILL_TYPE" val="1"/>
  <p:tag name="KSO_WM_UNIT_USESOURCEFORMAT_APPLY" val="1"/>
</p:tagLst>
</file>

<file path=ppt/tags/tag109.xml><?xml version="1.0" encoding="utf-8"?>
<p:tagLst xmlns:p="http://schemas.openxmlformats.org/presentationml/2006/main">
  <p:tag name="KSO_WM_SLIDE_ID" val="diagram20238178_4"/>
  <p:tag name="KSO_WM_TEMPLATE_SUBCATEGORY" val="0"/>
  <p:tag name="KSO_WM_TEMPLATE_MASTER_TYPE" val="0"/>
  <p:tag name="KSO_WM_TEMPLATE_COLOR_TYPE" val="0"/>
  <p:tag name="KSO_WM_SLIDE_ITEM_CNT" val="5"/>
  <p:tag name="KSO_WM_SLIDE_INDEX" val="4"/>
  <p:tag name="KSO_WM_TAG_VERSION" val="3.0"/>
  <p:tag name="KSO_WM_BEAUTIFY_FLAG" val="#wm#"/>
  <p:tag name="KSO_WM_TEMPLATE_CATEGORY" val="diagram"/>
  <p:tag name="KSO_WM_TEMPLATE_INDEX" val="20238178"/>
  <p:tag name="KSO_WM_SLIDE_TYPE" val="text"/>
  <p:tag name="KSO_WM_SLIDE_SUBTYPE" val="diag"/>
  <p:tag name="KSO_WM_SLIDE_SIZE" val="849.8*369.65"/>
  <p:tag name="KSO_WM_SLIDE_POSITION" val="55*131.3"/>
  <p:tag name="KSO_WM_SLIDE_LAYOUT" val="a_n"/>
  <p:tag name="KSO_WM_SLIDE_LAYOUT_CNT" val="1_1"/>
  <p:tag name="KSO_WM_SPECIAL_SOURCE" val="bdnull"/>
  <p:tag name="KSO_WM_DIAGRAM_GROUP_CODE" val="n1-1"/>
  <p:tag name="KSO_WM_SLIDE_DIAGTYPE" val="n"/>
</p:tagLst>
</file>

<file path=ppt/tags/tag11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29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a"/>
  <p:tag name="KSO_WM_UNIT_INDEX" val="1"/>
  <p:tag name="KSO_WM_UNIT_ID" val="diagram20238317_3*a*1"/>
  <p:tag name="KSO_WM_TEMPLATE_CATEGORY" val="diagram"/>
  <p:tag name="KSO_WM_TEMPLATE_INDEX" val="20238317"/>
  <p:tag name="KSO_WM_UNIT_LAYERLEVEL" val="1"/>
  <p:tag name="KSO_WM_TAG_VERSION" val="3.0"/>
  <p:tag name="KSO_WM_BEAUTIFY_FLAG" val="#wm#"/>
  <p:tag name="KSO_WM_UNIT_PRESET_TEXT" val="Your title here"/>
  <p:tag name="KSO_WM_UNIT_TEXT_FILL_FORE_SCHEMECOLOR_INDEX" val="14"/>
  <p:tag name="KSO_WM_UNIT_TEXT_FILL_TYPE" val="1"/>
  <p:tag name="KSO_WM_UNIT_USESOURCEFORMAT_APPLY" val="1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1_1"/>
  <p:tag name="KSO_WM_UNIT_ID" val="diagram20238317_1*l_h_i*1_1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3056029421307,&quot;left&quot;:71.95354330708659,&quot;top&quot;:112.62967884389522,&quot;width&quot;:816.08488188976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1"/>
  <p:tag name="KSO_WM_UNIT_TEXT_FILL_FORE_SCHEMECOLOR_INDEX" val="1"/>
  <p:tag name="KSO_WM_UNIT_TEXT_FILL_TYPE" val="1"/>
  <p:tag name="KSO_WM_UNIT_USESOURCEFORMAT_APPLY" val="1"/>
</p:tagLst>
</file>

<file path=ppt/tags/tag112.xml><?xml version="1.0" encoding="utf-8"?>
<p:tagLst xmlns:p="http://schemas.openxmlformats.org/presentationml/2006/main">
  <p:tag name="KSO_WM_UNIT_LINE_FORE_SCHEMECOLOR_INDEX_BRIGHTNESS" val="0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1_2"/>
  <p:tag name="KSO_WM_UNIT_ID" val="diagram20238317_1*l_h_i*1_1_2"/>
  <p:tag name="KSO_WM_TEMPLATE_CATEGORY" val="diagram"/>
  <p:tag name="KSO_WM_TEMPLATE_INDEX" val="2023831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3056029421307,&quot;left&quot;:71.95354330708659,&quot;top&quot;:112.62967884389522,&quot;width&quot;:816.08488188976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11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1_1"/>
  <p:tag name="KSO_WM_UNIT_ID" val="diagram20238317_1*l_h_a*1_1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3056029421307,&quot;left&quot;:71.95354330708659,&quot;top&quot;:112.62967884389522,&quot;width&quot;:816.08488188976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14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1_1"/>
  <p:tag name="KSO_WM_UNIT_ID" val="diagram20238317_1*l_h_f*1_1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3056029421307,&quot;left&quot;:71.95354330708659,&quot;top&quot;:112.62967884389522,&quot;width&quot;:816.08488188976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SUBTYPE" val="d"/>
  <p:tag name="KSO_WM_UNIT_TYPE" val="l_h_i"/>
  <p:tag name="KSO_WM_UNIT_INDEX" val="1_2_1"/>
  <p:tag name="KSO_WM_UNIT_ID" val="diagram20238317_1*l_h_i*1_2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3056029421307,&quot;left&quot;:71.95354330708659,&quot;top&quot;:112.62967884389522,&quot;width&quot;:816.08488188976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6000000238418579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02"/>
  <p:tag name="KSO_WM_UNIT_TEXT_FILL_FORE_SCHEMECOLOR_INDEX" val="1"/>
  <p:tag name="KSO_WM_UNIT_TEXT_FILL_TYPE" val="1"/>
  <p:tag name="KSO_WM_UNIT_USESOURCEFORMAT_APPLY" val="1"/>
</p:tagLst>
</file>

<file path=ppt/tags/tag116.xml><?xml version="1.0" encoding="utf-8"?>
<p:tagLst xmlns:p="http://schemas.openxmlformats.org/presentationml/2006/main">
  <p:tag name="KSO_WM_UNIT_LINE_FORE_SCHEMECOLOR_INDEX_BRIGHTNESS" val="0"/>
  <p:tag name="KSO_WM_UNIT_LINE_FILL_TYPE" val="2"/>
  <p:tag name="KSO_WM_BEAUTIFY_FLAG" val="#wm#"/>
  <p:tag name="KSO_WM_UNIT_HIGHLIGHT" val="0"/>
  <p:tag name="KSO_WM_UNIT_COMPATIBLE" val="0"/>
  <p:tag name="KSO_WM_UNIT_DIAGRAM_ISNUMVISUAL" val="0"/>
  <p:tag name="KSO_WM_UNIT_DIAGRAM_ISREFERUNIT" val="0"/>
  <p:tag name="KSO_WM_DIAGRAM_GROUP_CODE" val="l1-1"/>
  <p:tag name="KSO_WM_UNIT_TYPE" val="l_h_i"/>
  <p:tag name="KSO_WM_UNIT_INDEX" val="1_2_2"/>
  <p:tag name="KSO_WM_UNIT_ID" val="diagram20238317_1*l_h_i*1_2_2"/>
  <p:tag name="KSO_WM_TEMPLATE_CATEGORY" val="diagram"/>
  <p:tag name="KSO_WM_TEMPLATE_INDEX" val="20238317"/>
  <p:tag name="KSO_WM_UNIT_LAYERLEVEL" val="1_1_1"/>
  <p:tag name="KSO_WM_TAG_VERSION" val="3.0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3056029421307,&quot;left&quot;:71.95354330708659,&quot;top&quot;:112.62967884389522,&quot;width&quot;:816.0848818897638}"/>
  <p:tag name="KSO_WM_DIAGRAM_COLOR_MATCH_VALUE" val="{&quot;shape&quot;:{&quot;fill&quot;:{&quot;type&quot;:0},&quot;glow&quot;:{&quot;colorType&quot;:0},&quot;line&quot;:{&quot;solidLine&quot;:{&quot;brightness&quot;:0,&quot;colorType&quot;:1,&quot;foreColorIndex&quot;:5,&quot;transparency&quot;:0.4000000059604645},&quot;type&quot;:1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UNIT_LINE_FORE_SCHEMECOLOR_INDEX" val="5"/>
  <p:tag name="KSO_WM_UNIT_USESOURCEFORMAT_APPLY" val="1"/>
</p:tagLst>
</file>

<file path=ppt/tags/tag11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l_h_a"/>
  <p:tag name="KSO_WM_UNIT_INDEX" val="1_2_1"/>
  <p:tag name="KSO_WM_UNIT_ID" val="diagram20238317_1*l_h_a*1_2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.1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3056029421307,&quot;left&quot;:71.95354330708659,&quot;top&quot;:112.62967884389522,&quot;width&quot;:816.08488188976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5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Your title here"/>
  <p:tag name="KSO_WM_UNIT_TEXT_FILL_FORE_SCHEMECOLOR_INDEX" val="1"/>
  <p:tag name="KSO_WM_UNIT_TEXT_FILL_TYPE" val="1"/>
  <p:tag name="KSO_WM_UNIT_USESOURCEFORMAT_APPLY" val="1"/>
</p:tagLst>
</file>

<file path=ppt/tags/tag11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UNIT_INDEX" val="1_2_1"/>
  <p:tag name="KSO_WM_UNIT_ID" val="diagram20238317_1*l_h_f*1_2_1"/>
  <p:tag name="KSO_WM_TEMPLATE_CATEGORY" val="diagram"/>
  <p:tag name="KSO_WM_TEMPLATE_INDEX" val="20238317"/>
  <p:tag name="KSO_WM_UNIT_LAYERLEVEL" val="1_1_1"/>
  <p:tag name="KSO_WM_TAG_VERSION" val="3.0"/>
  <p:tag name="KSO_WM_BEAUTIFY_FLAG" val="#wm#"/>
  <p:tag name="KSO_WM_UNIT_TEXT_FILL_FORE_SCHEMECOLOR_INDEX_BRIGHTNESS" val="0.25"/>
  <p:tag name="KSO_WM_DIAGRAM_GROUP_CODE" val="l1-1"/>
  <p:tag name="KSO_WM_DIAGRAM_VERSION" val="3"/>
  <p:tag name="KSO_WM_DIAGRAM_COLOR_TRICK" val="1"/>
  <p:tag name="KSO_WM_DIAGRAM_COLOR_TEXT_CAN_REMOVE" val="n"/>
  <p:tag name="KSO_WM_DIAGRAM_MAX_ITEMCNT" val="4"/>
  <p:tag name="KSO_WM_DIAGRAM_MIN_ITEMCNT" val="2"/>
  <p:tag name="KSO_WM_DIAGRAM_VIRTUALLY_FRAME" val="{&quot;height&quot;:364.3056029421307,&quot;left&quot;:71.95354330708659,&quot;top&quot;:112.62967884389522,&quot;width&quot;:816.0848818897638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2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Presentations are communication tools that can be used as demonstrations."/>
  <p:tag name="KSO_WM_UNIT_TEXT_FILL_FORE_SCHEMECOLOR_INDEX" val="1"/>
  <p:tag name="KSO_WM_UNIT_TEXT_FILL_TYPE" val="1"/>
  <p:tag name="KSO_WM_UNIT_USESOURCEFORMAT_APPLY" val="1"/>
</p:tagLst>
</file>

<file path=ppt/tags/tag119.xml><?xml version="1.0" encoding="utf-8"?>
<p:tagLst xmlns:p="http://schemas.openxmlformats.org/presentationml/2006/main">
  <p:tag name="KSO_WM_SLIDE_ID" val="diagram20238317_3"/>
  <p:tag name="KSO_WM_TEMPLATE_SUBCATEGORY" val="0"/>
  <p:tag name="KSO_WM_TEMPLATE_MASTER_TYPE" val="0"/>
  <p:tag name="KSO_WM_TEMPLATE_COLOR_TYPE" val="0"/>
  <p:tag name="KSO_WM_SLIDE_ITEM_CNT" val="4"/>
  <p:tag name="KSO_WM_SLIDE_INDEX" val="3"/>
  <p:tag name="KSO_WM_TAG_VERSION" val="3.0"/>
  <p:tag name="KSO_WM_BEAUTIFY_FLAG" val="#wm#"/>
  <p:tag name="KSO_WM_TEMPLATE_CATEGORY" val="diagram"/>
  <p:tag name="KSO_WM_TEMPLATE_INDEX" val="20238317"/>
  <p:tag name="KSO_WM_SLIDE_TYPE" val="text"/>
  <p:tag name="KSO_WM_SLIDE_SUBTYPE" val="diag"/>
  <p:tag name="KSO_WM_SLIDE_SIZE" val="815.964*364.438"/>
  <p:tag name="KSO_WM_SLIDE_POSITION" val="71.9535*112.564"/>
  <p:tag name="KSO_WM_SLIDE_LAYOUT" val="a_l"/>
  <p:tag name="KSO_WM_SLIDE_LAYOUT_CNT" val="1_1"/>
  <p:tag name="KSO_WM_SPECIAL_SOURCE" val="bdnull"/>
  <p:tag name="KSO_WM_DIAGRAM_GROUP_CODE" val="l1-1"/>
  <p:tag name="KSO_WM_SLIDE_DIAGTYPE" val="l"/>
</p:tagLst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6233</Words>
  <Application>WPS Presentation</Application>
  <PresentationFormat>Widescreen</PresentationFormat>
  <Paragraphs>396</Paragraphs>
  <Slides>32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32</vt:i4>
      </vt:variant>
    </vt:vector>
  </HeadingPairs>
  <TitlesOfParts>
    <vt:vector size="43" baseType="lpstr">
      <vt:lpstr>Arial</vt:lpstr>
      <vt:lpstr>SimSun</vt:lpstr>
      <vt:lpstr>Wingdings</vt:lpstr>
      <vt:lpstr>Times New Roman</vt:lpstr>
      <vt:lpstr>Calibri</vt:lpstr>
      <vt:lpstr>Arial</vt:lpstr>
      <vt:lpstr>Microsoft YaHei</vt:lpstr>
      <vt:lpstr>Arial Unicode MS</vt:lpstr>
      <vt:lpstr>Wingdings</vt:lpstr>
      <vt:lpstr>MS PGothic</vt:lpstr>
      <vt:lpstr>1_Office Theme</vt:lpstr>
      <vt:lpstr>PowerPoint 演示文稿</vt:lpstr>
      <vt:lpstr>Contents </vt:lpstr>
      <vt:lpstr>PowerPoint 演示文稿</vt:lpstr>
      <vt:lpstr>Introduction</vt:lpstr>
      <vt:lpstr>Problem Statement</vt:lpstr>
      <vt:lpstr>Objectives</vt:lpstr>
      <vt:lpstr>Literature Review</vt:lpstr>
      <vt:lpstr>System Architecture</vt:lpstr>
      <vt:lpstr>Deployment Diagram &amp; Use Case Diagram</vt:lpstr>
      <vt:lpstr>Data Flow Diagram</vt:lpstr>
      <vt:lpstr>ER Diagram</vt:lpstr>
      <vt:lpstr>Sequence Diagram &amp; Class Diagram </vt:lpstr>
      <vt:lpstr>Requirements</vt:lpstr>
      <vt:lpstr>Methodology</vt:lpstr>
      <vt:lpstr>Sentiment Analysis Logic</vt:lpstr>
      <vt:lpstr>Algorithm &amp; SQL Mapping</vt:lpstr>
      <vt:lpstr>Tools &amp; Technologies</vt:lpstr>
      <vt:lpstr>Roles &amp; Responsibilities</vt:lpstr>
      <vt:lpstr>Implementation </vt:lpstr>
      <vt:lpstr>PowerPoint 演示文稿</vt:lpstr>
      <vt:lpstr>Project Features </vt:lpstr>
      <vt:lpstr>Results &amp; Output</vt:lpstr>
      <vt:lpstr>PowerPoint 演示文稿</vt:lpstr>
      <vt:lpstr>Results &amp; Output </vt:lpstr>
      <vt:lpstr>DAshboard and Output to User Journal</vt:lpstr>
      <vt:lpstr>PowerPoint 演示文稿</vt:lpstr>
      <vt:lpstr>PowerPoint 演示文稿</vt:lpstr>
      <vt:lpstr>PowerPoint 演示文稿</vt:lpstr>
      <vt:lpstr>Conclusion</vt:lpstr>
      <vt:lpstr>Limitations &amp; Future Scope</vt:lpstr>
      <vt:lpstr>References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robot</dc:creator>
  <cp:lastModifiedBy>Lenovo</cp:lastModifiedBy>
  <cp:revision>93</cp:revision>
  <dcterms:created xsi:type="dcterms:W3CDTF">2020-03-02T04:57:00Z</dcterms:created>
  <dcterms:modified xsi:type="dcterms:W3CDTF">2026-05-20T07:11:18Z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1033-12.1.0.26372</vt:lpwstr>
  </property>
  <property fmtid="{D5CDD505-2E9C-101B-9397-08002B2CF9AE}" pid="3" name="ICV">
    <vt:lpwstr>F19DDC44F34A482587549A85C772450C_12</vt:lpwstr>
  </property>
</Properties>
</file>